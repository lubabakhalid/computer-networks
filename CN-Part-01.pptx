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48" r:id="rId1"/>
  </p:sldMasterIdLst>
  <p:notesMasterIdLst>
    <p:notesMasterId r:id="rId90"/>
  </p:notesMasterIdLst>
  <p:sldIdLst>
    <p:sldId id="1218" r:id="rId2"/>
    <p:sldId id="960" r:id="rId3"/>
    <p:sldId id="956" r:id="rId4"/>
    <p:sldId id="957" r:id="rId5"/>
    <p:sldId id="958" r:id="rId6"/>
    <p:sldId id="959" r:id="rId7"/>
    <p:sldId id="961" r:id="rId8"/>
    <p:sldId id="962" r:id="rId9"/>
    <p:sldId id="963" r:id="rId10"/>
    <p:sldId id="964" r:id="rId11"/>
    <p:sldId id="965" r:id="rId12"/>
    <p:sldId id="966" r:id="rId13"/>
    <p:sldId id="967" r:id="rId14"/>
    <p:sldId id="969" r:id="rId15"/>
    <p:sldId id="970" r:id="rId16"/>
    <p:sldId id="974" r:id="rId17"/>
    <p:sldId id="973" r:id="rId18"/>
    <p:sldId id="981" r:id="rId19"/>
    <p:sldId id="976" r:id="rId20"/>
    <p:sldId id="975" r:id="rId21"/>
    <p:sldId id="1195" r:id="rId22"/>
    <p:sldId id="977" r:id="rId23"/>
    <p:sldId id="978" r:id="rId24"/>
    <p:sldId id="979" r:id="rId25"/>
    <p:sldId id="980" r:id="rId26"/>
    <p:sldId id="968" r:id="rId27"/>
    <p:sldId id="982" r:id="rId28"/>
    <p:sldId id="985" r:id="rId29"/>
    <p:sldId id="1201" r:id="rId30"/>
    <p:sldId id="1202" r:id="rId31"/>
    <p:sldId id="983" r:id="rId32"/>
    <p:sldId id="1193" r:id="rId33"/>
    <p:sldId id="1194" r:id="rId34"/>
    <p:sldId id="986" r:id="rId35"/>
    <p:sldId id="987" r:id="rId36"/>
    <p:sldId id="988" r:id="rId37"/>
    <p:sldId id="989" r:id="rId38"/>
    <p:sldId id="991" r:id="rId39"/>
    <p:sldId id="992" r:id="rId40"/>
    <p:sldId id="995" r:id="rId41"/>
    <p:sldId id="994" r:id="rId42"/>
    <p:sldId id="996" r:id="rId43"/>
    <p:sldId id="997" r:id="rId44"/>
    <p:sldId id="998" r:id="rId45"/>
    <p:sldId id="999" r:id="rId46"/>
    <p:sldId id="1000" r:id="rId47"/>
    <p:sldId id="1002" r:id="rId48"/>
    <p:sldId id="1003" r:id="rId49"/>
    <p:sldId id="1004" r:id="rId50"/>
    <p:sldId id="1005" r:id="rId51"/>
    <p:sldId id="1006" r:id="rId52"/>
    <p:sldId id="1007" r:id="rId53"/>
    <p:sldId id="1008" r:id="rId54"/>
    <p:sldId id="1009" r:id="rId55"/>
    <p:sldId id="1010" r:id="rId56"/>
    <p:sldId id="1011" r:id="rId57"/>
    <p:sldId id="1012" r:id="rId58"/>
    <p:sldId id="1013" r:id="rId59"/>
    <p:sldId id="1014" r:id="rId60"/>
    <p:sldId id="1015" r:id="rId61"/>
    <p:sldId id="1217" r:id="rId62"/>
    <p:sldId id="1017" r:id="rId63"/>
    <p:sldId id="1021" r:id="rId64"/>
    <p:sldId id="1022" r:id="rId65"/>
    <p:sldId id="1020" r:id="rId66"/>
    <p:sldId id="1206" r:id="rId67"/>
    <p:sldId id="1023" r:id="rId68"/>
    <p:sldId id="1025" r:id="rId69"/>
    <p:sldId id="1026" r:id="rId70"/>
    <p:sldId id="1027" r:id="rId71"/>
    <p:sldId id="1028" r:id="rId72"/>
    <p:sldId id="1029" r:id="rId73"/>
    <p:sldId id="1208" r:id="rId74"/>
    <p:sldId id="1209" r:id="rId75"/>
    <p:sldId id="1216" r:id="rId76"/>
    <p:sldId id="1212" r:id="rId77"/>
    <p:sldId id="1030" r:id="rId78"/>
    <p:sldId id="1031" r:id="rId79"/>
    <p:sldId id="1032" r:id="rId80"/>
    <p:sldId id="1033" r:id="rId81"/>
    <p:sldId id="1034" r:id="rId82"/>
    <p:sldId id="1036" r:id="rId83"/>
    <p:sldId id="1035" r:id="rId84"/>
    <p:sldId id="1037" r:id="rId85"/>
    <p:sldId id="1038" r:id="rId86"/>
    <p:sldId id="1040" r:id="rId87"/>
    <p:sldId id="1039" r:id="rId88"/>
    <p:sldId id="1219" r:id="rId8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>
          <p15:clr>
            <a:srgbClr val="A4A3A4"/>
          </p15:clr>
        </p15:guide>
        <p15:guide id="2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0000A3"/>
    <a:srgbClr val="3C6CDF"/>
    <a:srgbClr val="9CDFF9"/>
    <a:srgbClr val="B8C2C9"/>
    <a:srgbClr val="D6DCE0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5533"/>
    <p:restoredTop sz="88220" autoAdjust="0"/>
  </p:normalViewPr>
  <p:slideViewPr>
    <p:cSldViewPr snapToGrid="0" snapToObjects="1">
      <p:cViewPr varScale="1">
        <p:scale>
          <a:sx n="60" d="100"/>
          <a:sy n="60" d="100"/>
        </p:scale>
        <p:origin x="504" y="36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notesMaster" Target="notesMasters/notesMaster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viewProps" Target="view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8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10/14/2023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7.2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2020 (8.0)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titles in a lighter font</a:t>
            </a:r>
          </a:p>
          <a:p>
            <a:pPr marL="0" indent="0">
              <a:buFontTx/>
              <a:buNone/>
            </a:pPr>
            <a:r>
              <a:rPr lang="en-US" dirty="0"/>
              <a:t>Sept 2020 (8.1)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Added ~7 new slides, in particular: data center slide; routing versus forwarding; security line of defense; several on encapsulation and layers (this section is a lot better now).  Other relative minor changes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nadeem.Majeed@pucit.edu.pk : 1-</a:t>
            </a:r>
            <a:fld id="{C4204591-24BD-A542-B9D5-F8D8A88D2FEE}" type="slidenum">
              <a:rPr lang="en-US" smtClean="0"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anose="05000000000000000000" pitchFamily="2" charset="2"/>
        <a:buChar char="§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34.jpeg"/><Relationship Id="rId18" Type="http://schemas.openxmlformats.org/officeDocument/2006/relationships/image" Target="../media/image39.png"/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12" Type="http://schemas.openxmlformats.org/officeDocument/2006/relationships/image" Target="../media/image33.png"/><Relationship Id="rId17" Type="http://schemas.openxmlformats.org/officeDocument/2006/relationships/image" Target="../media/image38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1" Type="http://schemas.openxmlformats.org/officeDocument/2006/relationships/vmlDrawing" Target="../drawings/vmlDrawing1.vml"/><Relationship Id="rId6" Type="http://schemas.openxmlformats.org/officeDocument/2006/relationships/image" Target="../media/image29.png"/><Relationship Id="rId11" Type="http://schemas.openxmlformats.org/officeDocument/2006/relationships/image" Target="../media/image32.png"/><Relationship Id="rId5" Type="http://schemas.openxmlformats.org/officeDocument/2006/relationships/image" Target="../media/image28.png"/><Relationship Id="rId15" Type="http://schemas.openxmlformats.org/officeDocument/2006/relationships/image" Target="../media/image36.png"/><Relationship Id="rId10" Type="http://schemas.openxmlformats.org/officeDocument/2006/relationships/image" Target="../media/image31.emf"/><Relationship Id="rId19" Type="http://schemas.openxmlformats.org/officeDocument/2006/relationships/image" Target="../media/image40.png"/><Relationship Id="rId4" Type="http://schemas.openxmlformats.org/officeDocument/2006/relationships/image" Target="../media/image27.jpeg"/><Relationship Id="rId9" Type="http://schemas.openxmlformats.org/officeDocument/2006/relationships/image" Target="../media/image25.png"/><Relationship Id="rId14" Type="http://schemas.openxmlformats.org/officeDocument/2006/relationships/image" Target="../media/image35.jpe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4.png"/><Relationship Id="rId5" Type="http://schemas.openxmlformats.org/officeDocument/2006/relationships/image" Target="../media/image48.wmf"/><Relationship Id="rId4" Type="http://schemas.openxmlformats.org/officeDocument/2006/relationships/oleObject" Target="../embeddings/oleObject2.bin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1.png"/><Relationship Id="rId11" Type="http://schemas.openxmlformats.org/officeDocument/2006/relationships/image" Target="../media/image55.png"/><Relationship Id="rId5" Type="http://schemas.openxmlformats.org/officeDocument/2006/relationships/image" Target="../media/image50.png"/><Relationship Id="rId10" Type="http://schemas.openxmlformats.org/officeDocument/2006/relationships/image" Target="../media/image54.png"/><Relationship Id="rId4" Type="http://schemas.openxmlformats.org/officeDocument/2006/relationships/image" Target="../media/image49.png"/><Relationship Id="rId9" Type="http://schemas.openxmlformats.org/officeDocument/2006/relationships/image" Target="../media/image44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8.png"/><Relationship Id="rId12" Type="http://schemas.openxmlformats.org/officeDocument/2006/relationships/image" Target="../media/image61.pn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6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.png"/><Relationship Id="rId11" Type="http://schemas.openxmlformats.org/officeDocument/2006/relationships/image" Target="../media/image60.png"/><Relationship Id="rId5" Type="http://schemas.openxmlformats.org/officeDocument/2006/relationships/image" Target="../media/image56.png"/><Relationship Id="rId15" Type="http://schemas.openxmlformats.org/officeDocument/2006/relationships/image" Target="../media/image63.png"/><Relationship Id="rId10" Type="http://schemas.openxmlformats.org/officeDocument/2006/relationships/image" Target="../media/image59.png"/><Relationship Id="rId4" Type="http://schemas.openxmlformats.org/officeDocument/2006/relationships/image" Target="../media/image49.png"/><Relationship Id="rId9" Type="http://schemas.openxmlformats.org/officeDocument/2006/relationships/image" Target="../media/image55.png"/><Relationship Id="rId14" Type="http://schemas.openxmlformats.org/officeDocument/2006/relationships/image" Target="../media/image62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png"/><Relationship Id="rId13" Type="http://schemas.openxmlformats.org/officeDocument/2006/relationships/image" Target="../media/image73.png"/><Relationship Id="rId3" Type="http://schemas.openxmlformats.org/officeDocument/2006/relationships/image" Target="../media/image4.png"/><Relationship Id="rId7" Type="http://schemas.openxmlformats.org/officeDocument/2006/relationships/image" Target="../media/image67.png"/><Relationship Id="rId12" Type="http://schemas.openxmlformats.org/officeDocument/2006/relationships/image" Target="../media/image7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6.png"/><Relationship Id="rId11" Type="http://schemas.openxmlformats.org/officeDocument/2006/relationships/image" Target="../media/image71.png"/><Relationship Id="rId5" Type="http://schemas.openxmlformats.org/officeDocument/2006/relationships/image" Target="../media/image65.png"/><Relationship Id="rId10" Type="http://schemas.openxmlformats.org/officeDocument/2006/relationships/image" Target="../media/image70.png"/><Relationship Id="rId4" Type="http://schemas.openxmlformats.org/officeDocument/2006/relationships/image" Target="../media/image49.png"/><Relationship Id="rId9" Type="http://schemas.openxmlformats.org/officeDocument/2006/relationships/image" Target="../media/image69.png"/><Relationship Id="rId14" Type="http://schemas.openxmlformats.org/officeDocument/2006/relationships/image" Target="../media/image44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7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74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6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8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0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3.png"/><Relationship Id="rId4" Type="http://schemas.openxmlformats.org/officeDocument/2006/relationships/image" Target="../media/image82.jpe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6.emf"/><Relationship Id="rId5" Type="http://schemas.openxmlformats.org/officeDocument/2006/relationships/image" Target="../media/image86.png"/><Relationship Id="rId4" Type="http://schemas.openxmlformats.org/officeDocument/2006/relationships/image" Target="../media/image85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9.png"/><Relationship Id="rId5" Type="http://schemas.openxmlformats.org/officeDocument/2006/relationships/image" Target="../media/image88.png"/><Relationship Id="rId4" Type="http://schemas.openxmlformats.org/officeDocument/2006/relationships/image" Target="../media/image87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1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wmf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0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4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w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w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wmf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wmf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1.png"/><Relationship Id="rId5" Type="http://schemas.openxmlformats.org/officeDocument/2006/relationships/image" Target="../media/image100.png"/><Relationship Id="rId4" Type="http://schemas.openxmlformats.org/officeDocument/2006/relationships/image" Target="../media/image4.png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1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/>
            <a:r>
              <a:rPr lang="en-US" altLang="en-US" dirty="0">
                <a:latin typeface="Berlin Sans FB Demi" panose="020E0802020502020306" pitchFamily="34" charset="0"/>
              </a:rPr>
              <a:t>      Engr. Dr. Muhammad Nadeem Majeed</a:t>
            </a:r>
          </a:p>
        </p:txBody>
      </p:sp>
      <p:sp>
        <p:nvSpPr>
          <p:cNvPr id="3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304799" y="1655100"/>
            <a:ext cx="11719035" cy="5138738"/>
          </a:xfrm>
        </p:spPr>
        <p:txBody>
          <a:bodyPr>
            <a:normAutofit fontScale="75000" lnSpcReduction="20000"/>
          </a:bodyPr>
          <a:lstStyle/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altLang="en-US" sz="3000" b="1" dirty="0">
                <a:solidFill>
                  <a:srgbClr val="0070C0"/>
                </a:solidFill>
              </a:rPr>
              <a:t>PhD Computer Engineering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altLang="en-US" sz="3000" b="1" dirty="0">
                <a:solidFill>
                  <a:srgbClr val="0070C0"/>
                </a:solidFill>
              </a:rPr>
              <a:t>MS Computer Engineering</a:t>
            </a:r>
          </a:p>
          <a:p>
            <a:pPr marL="130175" indent="0" eaLnBrk="1">
              <a:lnSpc>
                <a:spcPct val="100000"/>
              </a:lnSpc>
              <a:buNone/>
              <a:defRPr/>
            </a:pPr>
            <a:r>
              <a:rPr lang="en-US" altLang="en-US" sz="3000" b="1" dirty="0">
                <a:solidFill>
                  <a:srgbClr val="C00000"/>
                </a:solidFill>
              </a:rPr>
              <a:t>Certifications: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Project Management Professional (PMP)®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PRINCE2 Agile Practitioner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Professional</a:t>
            </a:r>
            <a:r>
              <a:rPr lang="en-US" alt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 Scrum Master (PSM)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Certified Lean Six Sigma Green Belt  (CSSC) 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alt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ITIL Certified 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Cisco Certified Network Associate (CCNA)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Juniper Networks Certified Internet Associate (JNCIA)</a:t>
            </a:r>
          </a:p>
          <a:p>
            <a:pPr marL="1371600" lvl="3" indent="-457200">
              <a:lnSpc>
                <a:spcPct val="100000"/>
              </a:lnSpc>
              <a:spcBef>
                <a:spcPts val="300"/>
              </a:spcBef>
              <a:buFont typeface="+mj-lt"/>
              <a:buAutoNum type="arabicPeriod"/>
              <a:defRPr/>
            </a:pPr>
            <a:r>
              <a:rPr lang="en-US" sz="2600" dirty="0">
                <a:solidFill>
                  <a:srgbClr val="0000A3"/>
                </a:solidFill>
                <a:latin typeface="Berlin Sans FB Demi" panose="020E0802020502020306" pitchFamily="34" charset="0"/>
                <a:cs typeface="Times New Roman" panose="02020603050405020304" pitchFamily="18" charset="0"/>
              </a:rPr>
              <a:t>IBM Certified Data Engineer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endParaRPr lang="en-US" sz="2000" b="1" dirty="0"/>
          </a:p>
          <a:p>
            <a:pPr marL="130175" indent="0">
              <a:lnSpc>
                <a:spcPct val="100000"/>
              </a:lnSpc>
              <a:spcBef>
                <a:spcPts val="300"/>
              </a:spcBef>
              <a:buNone/>
              <a:defRPr/>
            </a:pPr>
            <a:r>
              <a:rPr lang="en-US" sz="3000" b="1" dirty="0">
                <a:solidFill>
                  <a:srgbClr val="C00000"/>
                </a:solidFill>
              </a:rPr>
              <a:t>Experience: 21 Years of Teaching &amp; Network Management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sz="2600" dirty="0">
                <a:solidFill>
                  <a:srgbClr val="0000A8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University of The Punjab, Lahore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sz="2600" dirty="0">
                <a:solidFill>
                  <a:srgbClr val="0000A8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University of Engineering and Technology Taxila.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sz="2600" dirty="0">
                <a:solidFill>
                  <a:srgbClr val="0000A8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NUST School of Electrical Engineering and Computer Science. Islamabad.</a:t>
            </a:r>
          </a:p>
          <a:p>
            <a:pPr>
              <a:lnSpc>
                <a:spcPct val="100000"/>
              </a:lnSpc>
              <a:spcBef>
                <a:spcPts val="300"/>
              </a:spcBef>
              <a:defRPr/>
            </a:pPr>
            <a:r>
              <a:rPr lang="en-US" sz="2600" dirty="0">
                <a:solidFill>
                  <a:srgbClr val="0000A8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University of Arid Agriculture Rawalpindi. </a:t>
            </a:r>
            <a:endParaRPr lang="en-US" sz="2000" dirty="0"/>
          </a:p>
        </p:txBody>
      </p:sp>
      <p:sp>
        <p:nvSpPr>
          <p:cNvPr id="2" name="TextBox 1"/>
          <p:cNvSpPr txBox="1"/>
          <p:nvPr/>
        </p:nvSpPr>
        <p:spPr>
          <a:xfrm>
            <a:off x="8426669" y="2150335"/>
            <a:ext cx="3597166" cy="1965923"/>
          </a:xfrm>
          <a:prstGeom prst="rect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74000">
                <a:schemeClr val="accent1">
                  <a:lumMod val="45000"/>
                  <a:lumOff val="55000"/>
                </a:schemeClr>
              </a:gs>
              <a:gs pos="83000">
                <a:schemeClr val="accent1">
                  <a:lumMod val="45000"/>
                  <a:lumOff val="5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1"/>
          </a:gradFill>
        </p:spPr>
        <p:txBody>
          <a:bodyPr wrap="square">
            <a:spAutoFit/>
          </a:bodyPr>
          <a:lstStyle/>
          <a:p>
            <a:pPr eaLnBrk="1">
              <a:lnSpc>
                <a:spcPct val="110000"/>
              </a:lnSpc>
              <a:defRPr/>
            </a:pPr>
            <a:r>
              <a:rPr lang="en-US" altLang="en-US" sz="205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Research interests:</a:t>
            </a:r>
          </a:p>
          <a:p>
            <a:pPr eaLnBrk="1">
              <a:lnSpc>
                <a:spcPct val="110000"/>
              </a:lnSpc>
              <a:defRPr/>
            </a:pPr>
            <a:r>
              <a:rPr 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Mispronunciation Detection, </a:t>
            </a:r>
          </a:p>
          <a:p>
            <a:pPr eaLnBrk="1">
              <a:lnSpc>
                <a:spcPct val="110000"/>
              </a:lnSpc>
              <a:defRPr/>
            </a:pPr>
            <a:r>
              <a:rPr 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Disease classification</a:t>
            </a:r>
            <a:r>
              <a:rPr lang="en-US" alt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Times New Roman" panose="02020603050405020304" pitchFamily="18" charset="0"/>
              </a:rPr>
              <a:t>.</a:t>
            </a:r>
          </a:p>
          <a:p>
            <a:pPr eaLnBrk="1">
              <a:lnSpc>
                <a:spcPct val="110000"/>
              </a:lnSpc>
              <a:defRPr/>
            </a:pPr>
            <a:r>
              <a:rPr lang="en-US" alt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Times New Roman" panose="02020603050405020304" pitchFamily="18" charset="0"/>
              </a:rPr>
              <a:t>Network and Communications.</a:t>
            </a:r>
          </a:p>
          <a:p>
            <a:pPr eaLnBrk="1">
              <a:lnSpc>
                <a:spcPct val="110000"/>
              </a:lnSpc>
              <a:defRPr/>
            </a:pPr>
            <a:r>
              <a:rPr lang="en-US" altLang="en-US" sz="205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Times New Roman" panose="02020603050405020304" pitchFamily="18" charset="0"/>
              </a:rPr>
              <a:t>Machine Learning</a:t>
            </a:r>
          </a:p>
          <a:p>
            <a:pPr algn="ctr" eaLnBrk="1">
              <a:defRPr/>
            </a:pPr>
            <a:endParaRPr lang="en-US" sz="900" dirty="0"/>
          </a:p>
        </p:txBody>
      </p:sp>
      <p:sp>
        <p:nvSpPr>
          <p:cNvPr id="4" name="TextBox 3"/>
          <p:cNvSpPr txBox="1"/>
          <p:nvPr/>
        </p:nvSpPr>
        <p:spPr>
          <a:xfrm>
            <a:off x="6379782" y="1056693"/>
            <a:ext cx="424618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000" b="1" i="1" dirty="0"/>
              <a:t>Associate Professor</a:t>
            </a:r>
          </a:p>
          <a:p>
            <a:pPr algn="r"/>
            <a:r>
              <a:rPr lang="en-US" sz="2000" b="1" i="1" dirty="0"/>
              <a:t>Department of Data Science</a:t>
            </a:r>
          </a:p>
        </p:txBody>
      </p:sp>
    </p:spTree>
  </p:cSld>
  <p:clrMapOvr>
    <a:masterClrMapping/>
  </p:clrMapOvr>
  <p:transition spd="med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</a:t>
            </a:fld>
            <a:endParaRPr lang="en-US" dirty="0"/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583234" y="4930777"/>
            <a:ext cx="6289964" cy="18774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Contact info: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		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nadeem.majeed@pucit.edu.pk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		0333-1049181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		</a:t>
            </a:r>
            <a:r>
              <a:rPr lang="en-US" altLang="en-US" sz="2000" b="1" dirty="0">
                <a:solidFill>
                  <a:srgbClr val="000000"/>
                </a:solidFill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Department of Data Science,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ndalus" panose="02020603050405020304" pitchFamily="18" charset="-78"/>
                <a:ea typeface="MS PGothic" panose="020B0600070205080204" pitchFamily="34" charset="-128"/>
                <a:cs typeface="Andalus" panose="02020603050405020304" pitchFamily="18" charset="-78"/>
              </a:rPr>
              <a:t>		University of the Punjab, Lahore</a:t>
            </a:r>
          </a:p>
        </p:txBody>
      </p:sp>
      <p:sp>
        <p:nvSpPr>
          <p:cNvPr id="13" name="Rectangle 4"/>
          <p:cNvSpPr txBox="1">
            <a:spLocks noChangeArrowheads="1"/>
          </p:cNvSpPr>
          <p:nvPr/>
        </p:nvSpPr>
        <p:spPr bwMode="auto">
          <a:xfrm>
            <a:off x="371475" y="429492"/>
            <a:ext cx="7763782" cy="13979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300" b="1">
                <a:solidFill>
                  <a:srgbClr val="006699"/>
                </a:solidFill>
                <a:latin typeface="+mj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rgbClr val="006699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4300" b="1" i="0" u="none" strike="noStrike" kern="0" cap="none" spc="0" normalizeH="0" baseline="0" noProof="0" dirty="0">
                <a:ln>
                  <a:noFill/>
                </a:ln>
                <a:solidFill>
                  <a:srgbClr val="006699"/>
                </a:solidFill>
                <a:effectLst/>
                <a:uLnTx/>
                <a:uFillTx/>
                <a:latin typeface="Arial" panose="020B0604020202020204"/>
                <a:ea typeface="MS PGothic" panose="020B0600070205080204" pitchFamily="34" charset="-128"/>
              </a:rPr>
              <a:t>Computer Networks	</a:t>
            </a:r>
            <a:br>
              <a:rPr kumimoji="0" lang="en-US" altLang="en-US" sz="4300" b="1" i="0" u="none" strike="noStrike" kern="0" cap="none" spc="0" normalizeH="0" baseline="0" noProof="0" dirty="0">
                <a:ln>
                  <a:noFill/>
                </a:ln>
                <a:solidFill>
                  <a:srgbClr val="006699"/>
                </a:solidFill>
                <a:effectLst/>
                <a:uLnTx/>
                <a:uFillTx/>
                <a:latin typeface="Arial" panose="020B0604020202020204"/>
                <a:ea typeface="MS PGothic" panose="020B0600070205080204" pitchFamily="34" charset="-128"/>
              </a:rPr>
            </a:br>
            <a:r>
              <a:rPr kumimoji="0" lang="en-US" altLang="en-US" sz="4300" b="1" i="0" u="none" strike="noStrike" kern="0" cap="none" spc="0" normalizeH="0" baseline="0" noProof="0" dirty="0">
                <a:ln>
                  <a:noFill/>
                </a:ln>
                <a:solidFill>
                  <a:srgbClr val="006699"/>
                </a:solidFill>
                <a:effectLst/>
                <a:uLnTx/>
                <a:uFillTx/>
                <a:latin typeface="Arial" panose="020B0604020202020204"/>
                <a:ea typeface="MS PGothic" panose="020B0600070205080204" pitchFamily="34" charset="-128"/>
              </a:rPr>
              <a:t>Introduction</a:t>
            </a:r>
          </a:p>
        </p:txBody>
      </p:sp>
      <p:sp>
        <p:nvSpPr>
          <p:cNvPr id="15" name="Subtitle 2"/>
          <p:cNvSpPr txBox="1"/>
          <p:nvPr/>
        </p:nvSpPr>
        <p:spPr>
          <a:xfrm>
            <a:off x="0" y="2424089"/>
            <a:ext cx="7802015" cy="1741700"/>
          </a:xfrm>
          <a:prstGeom prst="rect">
            <a:avLst/>
          </a:prstGeom>
        </p:spPr>
        <p:txBody>
          <a:bodyPr>
            <a:normAutofit fontScale="92500" lnSpcReduction="20000"/>
          </a:bodyPr>
          <a:lstStyle>
            <a:lvl1pPr marL="342900" indent="-3429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993300"/>
              </a:buClr>
              <a:buSzPct val="90000"/>
              <a:buFont typeface="Monotype Sorts" pitchFamily="-84" charset="2"/>
              <a:buChar char="n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CC6600"/>
              </a:buClr>
              <a:buSzPct val="80000"/>
              <a:buFont typeface="Monotype Sorts" pitchFamily="-84" charset="2"/>
              <a:buChar char="l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0858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009900"/>
              </a:buClr>
              <a:buSzPct val="75000"/>
              <a:buFont typeface="Webdings" panose="05030102010509060703" pitchFamily="18" charset="2"/>
              <a:buChar char="4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4287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chemeClr val="hlink"/>
              </a:buClr>
              <a:buSzPct val="75000"/>
              <a:buChar char="–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17716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2288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6pPr>
            <a:lvl7pPr marL="26860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7pPr>
            <a:lvl8pPr marL="31432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8pPr>
            <a:lvl9pPr marL="3600450" indent="-228600" algn="l" rtl="0" eaLnBrk="0" fontAlgn="base" hangingPunct="0">
              <a:spcBef>
                <a:spcPct val="35000"/>
              </a:spcBef>
              <a:spcAft>
                <a:spcPct val="0"/>
              </a:spcAft>
              <a:buClr>
                <a:srgbClr val="FF0066"/>
              </a:buClr>
              <a:buSzPct val="75000"/>
              <a:buChar char="»"/>
              <a:defRPr kumimoji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9pPr>
          </a:lstStyle>
          <a:p>
            <a:pPr marL="0" indent="0" algn="ctr">
              <a:buFont typeface="Monotype Sorts" pitchFamily="-84" charset="2"/>
              <a:buNone/>
              <a:defRPr/>
            </a:pPr>
            <a:r>
              <a:rPr lang="en-US" sz="3200" b="1" kern="0" dirty="0">
                <a:solidFill>
                  <a:srgbClr val="000000"/>
                </a:solidFill>
                <a:latin typeface="Helvetica"/>
              </a:rPr>
              <a:t>Part-01</a:t>
            </a:r>
          </a:p>
          <a:p>
            <a:pPr>
              <a:defRPr/>
            </a:pPr>
            <a:endParaRPr lang="en-US" kern="0" dirty="0">
              <a:solidFill>
                <a:srgbClr val="000000"/>
              </a:solidFill>
              <a:latin typeface="Helvetica"/>
            </a:endParaRPr>
          </a:p>
          <a:p>
            <a:pPr marL="0" indent="0" algn="ctr">
              <a:buFont typeface="Monotype Sorts" pitchFamily="-84" charset="2"/>
              <a:buNone/>
              <a:defRPr/>
            </a:pPr>
            <a:r>
              <a:rPr lang="en-US" sz="6000" b="1" kern="0" dirty="0">
                <a:solidFill>
                  <a:srgbClr val="000000"/>
                </a:solidFill>
                <a:latin typeface="Edwardian Script ITC" panose="030303020407070D0804" pitchFamily="66" charset="0"/>
              </a:rPr>
              <a:t>Dr. Muhammad Nadeem Majeed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/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21833" y="4034454"/>
            <a:ext cx="2745129" cy="2058847"/>
          </a:xfrm>
          <a:prstGeom prst="rect">
            <a:avLst/>
          </a:prstGeom>
        </p:spPr>
      </p:pic>
      <p:sp>
        <p:nvSpPr>
          <p:cNvPr id="6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/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/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/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/>
            <p:cNvSpPr/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/>
            <p:cNvGrpSpPr/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/>
            <p:cNvSpPr/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/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/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/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/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/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/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/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/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/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/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/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/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/>
            <p:cNvSpPr txBox="1"/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/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/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/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/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/>
            <p:cNvSpPr txBox="1"/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985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/>
            <p:cNvGrpSpPr/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/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/>
              <p:cNvGrpSpPr/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/>
                <p:cNvGrpSpPr/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/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/>
            <p:cNvGrpSpPr/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/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/>
            <p:cNvSpPr txBox="1"/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/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/>
              <p:cNvGrpSpPr/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/>
                <p:cNvSpPr/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/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/>
                <p:cNvSpPr/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/>
                <p:cNvSpPr/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/>
                <p:cNvSpPr/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/>
                <p:cNvSpPr/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/>
                <p:cNvSpPr/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/>
                <p:cNvSpPr/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/>
                <p:cNvGrpSpPr/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/>
                <p:cNvSpPr/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/>
                <p:cNvSpPr/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/>
                <p:cNvSpPr/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/>
                <p:cNvSpPr/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/>
                <p:cNvSpPr/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/>
                <p:cNvSpPr/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/>
              <p:cNvGrpSpPr/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/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/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/>
              <p:cNvGrpSpPr/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/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/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/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/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/>
              <p:cNvGrpSpPr/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/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/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/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/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/>
              <p:cNvGrpSpPr/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/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/>
                <p:cNvSpPr/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/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/>
                <p:cNvSpPr/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/>
                <p:cNvSpPr/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/>
                <p:cNvSpPr/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/>
                <p:cNvSpPr/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/>
                <p:cNvSpPr/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/>
                <p:cNvSpPr/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/>
                <p:cNvGrpSpPr/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/>
                <p:cNvSpPr/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/>
                <p:cNvSpPr/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/>
                <p:cNvSpPr/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/>
                <p:cNvSpPr/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/>
                <p:cNvSpPr/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/>
                <p:cNvSpPr/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/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/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/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/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/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/>
                <p:cNvSpPr/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/>
                <p:cNvSpPr/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/>
                <p:cNvSpPr/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/>
                <p:cNvSpPr/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/>
                <p:cNvSpPr/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/>
                <p:cNvSpPr/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/>
                <p:cNvSpPr/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/>
                <p:cNvGrpSpPr/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/>
                <p:cNvSpPr/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/>
                <p:cNvSpPr/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/>
                <p:cNvSpPr/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/>
                <p:cNvSpPr/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/>
                <p:cNvSpPr/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/>
                <p:cNvSpPr/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/>
              <p:cNvGrpSpPr/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/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/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/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/>
              <p:cNvGrpSpPr/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/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/>
                <p:cNvGrpSpPr/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/>
                <p:cNvGrpSpPr/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/>
                <p:cNvGrpSpPr/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/>
                <p:cNvGrpSpPr/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/>
                <p:cNvGrpSpPr/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/>
                <p:cNvGrpSpPr/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/>
              <p:cNvGrpSpPr/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/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/>
            <p:cNvSpPr/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/>
            <p:cNvSpPr txBox="1"/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/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-1" fmla="*/ 1996750 w 4107620"/>
              <a:gd name="connsiteY0-2" fmla="*/ 1366789 h 4330718"/>
              <a:gd name="connsiteX1-3" fmla="*/ 1712971 w 4107620"/>
              <a:gd name="connsiteY1-4" fmla="*/ 1293216 h 4330718"/>
              <a:gd name="connsiteX2-5" fmla="*/ 1387150 w 4107620"/>
              <a:gd name="connsiteY2-6" fmla="*/ 904333 h 4330718"/>
              <a:gd name="connsiteX3-7" fmla="*/ 1134902 w 4107620"/>
              <a:gd name="connsiteY3-8" fmla="*/ 568002 h 4330718"/>
              <a:gd name="connsiteX4-9" fmla="*/ 840612 w 4107620"/>
              <a:gd name="connsiteY4-10" fmla="*/ 851781 h 4330718"/>
              <a:gd name="connsiteX5-11" fmla="*/ 703978 w 4107620"/>
              <a:gd name="connsiteY5-12" fmla="*/ 1356278 h 4330718"/>
              <a:gd name="connsiteX6-13" fmla="*/ 1240006 w 4107620"/>
              <a:gd name="connsiteY6-14" fmla="*/ 1955368 h 4330718"/>
              <a:gd name="connsiteX7-15" fmla="*/ 1303068 w 4107620"/>
              <a:gd name="connsiteY7-16" fmla="*/ 2375781 h 4330718"/>
              <a:gd name="connsiteX8-17" fmla="*/ 220502 w 4107620"/>
              <a:gd name="connsiteY8-18" fmla="*/ 2302209 h 4330718"/>
              <a:gd name="connsiteX9-19" fmla="*/ 83868 w 4107620"/>
              <a:gd name="connsiteY9-20" fmla="*/ 2943340 h 4330718"/>
              <a:gd name="connsiteX10-21" fmla="*/ 1218985 w 4107620"/>
              <a:gd name="connsiteY10-22" fmla="*/ 3258650 h 4330718"/>
              <a:gd name="connsiteX11-23" fmla="*/ 1124392 w 4107620"/>
              <a:gd name="connsiteY11-24" fmla="*/ 3647533 h 4330718"/>
              <a:gd name="connsiteX12-25" fmla="*/ 924695 w 4107620"/>
              <a:gd name="connsiteY12-26" fmla="*/ 3763147 h 4330718"/>
              <a:gd name="connsiteX13-27" fmla="*/ 1324088 w 4107620"/>
              <a:gd name="connsiteY13-28" fmla="*/ 3962843 h 4330718"/>
              <a:gd name="connsiteX14-29" fmla="*/ 1576337 w 4107620"/>
              <a:gd name="connsiteY14-30" fmla="*/ 3899781 h 4330718"/>
              <a:gd name="connsiteX15-31" fmla="*/ 1818075 w 4107620"/>
              <a:gd name="connsiteY15-32" fmla="*/ 4036416 h 4330718"/>
              <a:gd name="connsiteX16-33" fmla="*/ 1996750 w 4107620"/>
              <a:gd name="connsiteY16-34" fmla="*/ 4299174 h 4330718"/>
              <a:gd name="connsiteX17-35" fmla="*/ 2448695 w 4107620"/>
              <a:gd name="connsiteY17-36" fmla="*/ 4299174 h 4330718"/>
              <a:gd name="connsiteX18-37" fmla="*/ 2764006 w 4107620"/>
              <a:gd name="connsiteY18-38" fmla="*/ 4057436 h 4330718"/>
              <a:gd name="connsiteX19-39" fmla="*/ 2995233 w 4107620"/>
              <a:gd name="connsiteY19-40" fmla="*/ 4025905 h 4330718"/>
              <a:gd name="connsiteX20-41" fmla="*/ 3016254 w 4107620"/>
              <a:gd name="connsiteY20-42" fmla="*/ 3731616 h 4330718"/>
              <a:gd name="connsiteX21-43" fmla="*/ 3194930 w 4107620"/>
              <a:gd name="connsiteY21-44" fmla="*/ 3300692 h 4330718"/>
              <a:gd name="connsiteX22-45" fmla="*/ 3972695 w 4107620"/>
              <a:gd name="connsiteY22-46" fmla="*/ 3122016 h 4330718"/>
              <a:gd name="connsiteX23-47" fmla="*/ 3909633 w 4107620"/>
              <a:gd name="connsiteY23-48" fmla="*/ 1818733 h 4330718"/>
              <a:gd name="connsiteX24-49" fmla="*/ 4046268 w 4107620"/>
              <a:gd name="connsiteY24-50" fmla="*/ 904333 h 4330718"/>
              <a:gd name="connsiteX25-51" fmla="*/ 3962185 w 4107620"/>
              <a:gd name="connsiteY25-52" fmla="*/ 147588 h 4330718"/>
              <a:gd name="connsiteX26-53" fmla="*/ 2480226 w 4107620"/>
              <a:gd name="connsiteY26-54" fmla="*/ 63505 h 4330718"/>
              <a:gd name="connsiteX27-55" fmla="*/ 2133385 w 4107620"/>
              <a:gd name="connsiteY27-56" fmla="*/ 872802 h 4330718"/>
              <a:gd name="connsiteX28-57" fmla="*/ 2238488 w 4107620"/>
              <a:gd name="connsiteY28-58" fmla="*/ 1230154 h 4330718"/>
              <a:gd name="connsiteX29-59" fmla="*/ 1996750 w 4107620"/>
              <a:gd name="connsiteY29-60" fmla="*/ 1366789 h 4330718"/>
              <a:gd name="connsiteX0-61" fmla="*/ 1996750 w 4107620"/>
              <a:gd name="connsiteY0-62" fmla="*/ 1339069 h 4302998"/>
              <a:gd name="connsiteX1-63" fmla="*/ 1712971 w 4107620"/>
              <a:gd name="connsiteY1-64" fmla="*/ 1265496 h 4302998"/>
              <a:gd name="connsiteX2-65" fmla="*/ 1387150 w 4107620"/>
              <a:gd name="connsiteY2-66" fmla="*/ 876613 h 4302998"/>
              <a:gd name="connsiteX3-67" fmla="*/ 1134902 w 4107620"/>
              <a:gd name="connsiteY3-68" fmla="*/ 540282 h 4302998"/>
              <a:gd name="connsiteX4-69" fmla="*/ 840612 w 4107620"/>
              <a:gd name="connsiteY4-70" fmla="*/ 824061 h 4302998"/>
              <a:gd name="connsiteX5-71" fmla="*/ 703978 w 4107620"/>
              <a:gd name="connsiteY5-72" fmla="*/ 1328558 h 4302998"/>
              <a:gd name="connsiteX6-73" fmla="*/ 1240006 w 4107620"/>
              <a:gd name="connsiteY6-74" fmla="*/ 1927648 h 4302998"/>
              <a:gd name="connsiteX7-75" fmla="*/ 1303068 w 4107620"/>
              <a:gd name="connsiteY7-76" fmla="*/ 2348061 h 4302998"/>
              <a:gd name="connsiteX8-77" fmla="*/ 220502 w 4107620"/>
              <a:gd name="connsiteY8-78" fmla="*/ 2274489 h 4302998"/>
              <a:gd name="connsiteX9-79" fmla="*/ 83868 w 4107620"/>
              <a:gd name="connsiteY9-80" fmla="*/ 2915620 h 4302998"/>
              <a:gd name="connsiteX10-81" fmla="*/ 1218985 w 4107620"/>
              <a:gd name="connsiteY10-82" fmla="*/ 3230930 h 4302998"/>
              <a:gd name="connsiteX11-83" fmla="*/ 1124392 w 4107620"/>
              <a:gd name="connsiteY11-84" fmla="*/ 3619813 h 4302998"/>
              <a:gd name="connsiteX12-85" fmla="*/ 924695 w 4107620"/>
              <a:gd name="connsiteY12-86" fmla="*/ 3735427 h 4302998"/>
              <a:gd name="connsiteX13-87" fmla="*/ 1324088 w 4107620"/>
              <a:gd name="connsiteY13-88" fmla="*/ 3935123 h 4302998"/>
              <a:gd name="connsiteX14-89" fmla="*/ 1576337 w 4107620"/>
              <a:gd name="connsiteY14-90" fmla="*/ 3872061 h 4302998"/>
              <a:gd name="connsiteX15-91" fmla="*/ 1818075 w 4107620"/>
              <a:gd name="connsiteY15-92" fmla="*/ 4008696 h 4302998"/>
              <a:gd name="connsiteX16-93" fmla="*/ 1996750 w 4107620"/>
              <a:gd name="connsiteY16-94" fmla="*/ 4271454 h 4302998"/>
              <a:gd name="connsiteX17-95" fmla="*/ 2448695 w 4107620"/>
              <a:gd name="connsiteY17-96" fmla="*/ 4271454 h 4302998"/>
              <a:gd name="connsiteX18-97" fmla="*/ 2764006 w 4107620"/>
              <a:gd name="connsiteY18-98" fmla="*/ 4029716 h 4302998"/>
              <a:gd name="connsiteX19-99" fmla="*/ 2995233 w 4107620"/>
              <a:gd name="connsiteY19-100" fmla="*/ 3998185 h 4302998"/>
              <a:gd name="connsiteX20-101" fmla="*/ 3016254 w 4107620"/>
              <a:gd name="connsiteY20-102" fmla="*/ 3703896 h 4302998"/>
              <a:gd name="connsiteX21-103" fmla="*/ 3194930 w 4107620"/>
              <a:gd name="connsiteY21-104" fmla="*/ 3272972 h 4302998"/>
              <a:gd name="connsiteX22-105" fmla="*/ 3972695 w 4107620"/>
              <a:gd name="connsiteY22-106" fmla="*/ 3094296 h 4302998"/>
              <a:gd name="connsiteX23-107" fmla="*/ 3909633 w 4107620"/>
              <a:gd name="connsiteY23-108" fmla="*/ 1791013 h 4302998"/>
              <a:gd name="connsiteX24-109" fmla="*/ 4046268 w 4107620"/>
              <a:gd name="connsiteY24-110" fmla="*/ 876613 h 4302998"/>
              <a:gd name="connsiteX25-111" fmla="*/ 3962185 w 4107620"/>
              <a:gd name="connsiteY25-112" fmla="*/ 119868 h 4302998"/>
              <a:gd name="connsiteX26-113" fmla="*/ 2480226 w 4107620"/>
              <a:gd name="connsiteY26-114" fmla="*/ 35785 h 4302998"/>
              <a:gd name="connsiteX27-115" fmla="*/ 2185936 w 4107620"/>
              <a:gd name="connsiteY27-116" fmla="*/ 466709 h 4302998"/>
              <a:gd name="connsiteX28-117" fmla="*/ 2238488 w 4107620"/>
              <a:gd name="connsiteY28-118" fmla="*/ 1202434 h 4302998"/>
              <a:gd name="connsiteX29-119" fmla="*/ 1996750 w 4107620"/>
              <a:gd name="connsiteY29-120" fmla="*/ 1339069 h 4302998"/>
              <a:gd name="connsiteX0-121" fmla="*/ 1996750 w 4107620"/>
              <a:gd name="connsiteY0-122" fmla="*/ 1339069 h 4302998"/>
              <a:gd name="connsiteX1-123" fmla="*/ 1712971 w 4107620"/>
              <a:gd name="connsiteY1-124" fmla="*/ 1265496 h 4302998"/>
              <a:gd name="connsiteX2-125" fmla="*/ 1387150 w 4107620"/>
              <a:gd name="connsiteY2-126" fmla="*/ 876613 h 4302998"/>
              <a:gd name="connsiteX3-127" fmla="*/ 1134902 w 4107620"/>
              <a:gd name="connsiteY3-128" fmla="*/ 540282 h 4302998"/>
              <a:gd name="connsiteX4-129" fmla="*/ 840612 w 4107620"/>
              <a:gd name="connsiteY4-130" fmla="*/ 824061 h 4302998"/>
              <a:gd name="connsiteX5-131" fmla="*/ 703978 w 4107620"/>
              <a:gd name="connsiteY5-132" fmla="*/ 1328558 h 4302998"/>
              <a:gd name="connsiteX6-133" fmla="*/ 1240006 w 4107620"/>
              <a:gd name="connsiteY6-134" fmla="*/ 1927648 h 4302998"/>
              <a:gd name="connsiteX7-135" fmla="*/ 1303068 w 4107620"/>
              <a:gd name="connsiteY7-136" fmla="*/ 2348061 h 4302998"/>
              <a:gd name="connsiteX8-137" fmla="*/ 220502 w 4107620"/>
              <a:gd name="connsiteY8-138" fmla="*/ 2274489 h 4302998"/>
              <a:gd name="connsiteX9-139" fmla="*/ 83868 w 4107620"/>
              <a:gd name="connsiteY9-140" fmla="*/ 2915620 h 4302998"/>
              <a:gd name="connsiteX10-141" fmla="*/ 1218985 w 4107620"/>
              <a:gd name="connsiteY10-142" fmla="*/ 3230930 h 4302998"/>
              <a:gd name="connsiteX11-143" fmla="*/ 1124392 w 4107620"/>
              <a:gd name="connsiteY11-144" fmla="*/ 3619813 h 4302998"/>
              <a:gd name="connsiteX12-145" fmla="*/ 924695 w 4107620"/>
              <a:gd name="connsiteY12-146" fmla="*/ 3735427 h 4302998"/>
              <a:gd name="connsiteX13-147" fmla="*/ 1324088 w 4107620"/>
              <a:gd name="connsiteY13-148" fmla="*/ 3935123 h 4302998"/>
              <a:gd name="connsiteX14-149" fmla="*/ 1576337 w 4107620"/>
              <a:gd name="connsiteY14-150" fmla="*/ 3872061 h 4302998"/>
              <a:gd name="connsiteX15-151" fmla="*/ 1818075 w 4107620"/>
              <a:gd name="connsiteY15-152" fmla="*/ 4008696 h 4302998"/>
              <a:gd name="connsiteX16-153" fmla="*/ 1996750 w 4107620"/>
              <a:gd name="connsiteY16-154" fmla="*/ 4271454 h 4302998"/>
              <a:gd name="connsiteX17-155" fmla="*/ 2448695 w 4107620"/>
              <a:gd name="connsiteY17-156" fmla="*/ 4271454 h 4302998"/>
              <a:gd name="connsiteX18-157" fmla="*/ 2764006 w 4107620"/>
              <a:gd name="connsiteY18-158" fmla="*/ 4029716 h 4302998"/>
              <a:gd name="connsiteX19-159" fmla="*/ 2995233 w 4107620"/>
              <a:gd name="connsiteY19-160" fmla="*/ 3998185 h 4302998"/>
              <a:gd name="connsiteX20-161" fmla="*/ 3016254 w 4107620"/>
              <a:gd name="connsiteY20-162" fmla="*/ 3703896 h 4302998"/>
              <a:gd name="connsiteX21-163" fmla="*/ 3194930 w 4107620"/>
              <a:gd name="connsiteY21-164" fmla="*/ 3272972 h 4302998"/>
              <a:gd name="connsiteX22-165" fmla="*/ 3972695 w 4107620"/>
              <a:gd name="connsiteY22-166" fmla="*/ 3094296 h 4302998"/>
              <a:gd name="connsiteX23-167" fmla="*/ 3909633 w 4107620"/>
              <a:gd name="connsiteY23-168" fmla="*/ 1791013 h 4302998"/>
              <a:gd name="connsiteX24-169" fmla="*/ 4046268 w 4107620"/>
              <a:gd name="connsiteY24-170" fmla="*/ 876613 h 4302998"/>
              <a:gd name="connsiteX25-171" fmla="*/ 3962185 w 4107620"/>
              <a:gd name="connsiteY25-172" fmla="*/ 119868 h 4302998"/>
              <a:gd name="connsiteX26-173" fmla="*/ 2480226 w 4107620"/>
              <a:gd name="connsiteY26-174" fmla="*/ 35785 h 4302998"/>
              <a:gd name="connsiteX27-175" fmla="*/ 2270019 w 4107620"/>
              <a:gd name="connsiteY27-176" fmla="*/ 466709 h 4302998"/>
              <a:gd name="connsiteX28-177" fmla="*/ 2238488 w 4107620"/>
              <a:gd name="connsiteY28-178" fmla="*/ 1202434 h 4302998"/>
              <a:gd name="connsiteX29-179" fmla="*/ 1996750 w 4107620"/>
              <a:gd name="connsiteY29-180" fmla="*/ 1339069 h 4302998"/>
              <a:gd name="connsiteX0-181" fmla="*/ 1996750 w 4101062"/>
              <a:gd name="connsiteY0-182" fmla="*/ 1290412 h 4254341"/>
              <a:gd name="connsiteX1-183" fmla="*/ 1712971 w 4101062"/>
              <a:gd name="connsiteY1-184" fmla="*/ 1216839 h 4254341"/>
              <a:gd name="connsiteX2-185" fmla="*/ 1387150 w 4101062"/>
              <a:gd name="connsiteY2-186" fmla="*/ 827956 h 4254341"/>
              <a:gd name="connsiteX3-187" fmla="*/ 1134902 w 4101062"/>
              <a:gd name="connsiteY3-188" fmla="*/ 491625 h 4254341"/>
              <a:gd name="connsiteX4-189" fmla="*/ 840612 w 4101062"/>
              <a:gd name="connsiteY4-190" fmla="*/ 775404 h 4254341"/>
              <a:gd name="connsiteX5-191" fmla="*/ 703978 w 4101062"/>
              <a:gd name="connsiteY5-192" fmla="*/ 1279901 h 4254341"/>
              <a:gd name="connsiteX6-193" fmla="*/ 1240006 w 4101062"/>
              <a:gd name="connsiteY6-194" fmla="*/ 1878991 h 4254341"/>
              <a:gd name="connsiteX7-195" fmla="*/ 1303068 w 4101062"/>
              <a:gd name="connsiteY7-196" fmla="*/ 2299404 h 4254341"/>
              <a:gd name="connsiteX8-197" fmla="*/ 220502 w 4101062"/>
              <a:gd name="connsiteY8-198" fmla="*/ 2225832 h 4254341"/>
              <a:gd name="connsiteX9-199" fmla="*/ 83868 w 4101062"/>
              <a:gd name="connsiteY9-200" fmla="*/ 2866963 h 4254341"/>
              <a:gd name="connsiteX10-201" fmla="*/ 1218985 w 4101062"/>
              <a:gd name="connsiteY10-202" fmla="*/ 3182273 h 4254341"/>
              <a:gd name="connsiteX11-203" fmla="*/ 1124392 w 4101062"/>
              <a:gd name="connsiteY11-204" fmla="*/ 3571156 h 4254341"/>
              <a:gd name="connsiteX12-205" fmla="*/ 924695 w 4101062"/>
              <a:gd name="connsiteY12-206" fmla="*/ 3686770 h 4254341"/>
              <a:gd name="connsiteX13-207" fmla="*/ 1324088 w 4101062"/>
              <a:gd name="connsiteY13-208" fmla="*/ 3886466 h 4254341"/>
              <a:gd name="connsiteX14-209" fmla="*/ 1576337 w 4101062"/>
              <a:gd name="connsiteY14-210" fmla="*/ 3823404 h 4254341"/>
              <a:gd name="connsiteX15-211" fmla="*/ 1818075 w 4101062"/>
              <a:gd name="connsiteY15-212" fmla="*/ 3960039 h 4254341"/>
              <a:gd name="connsiteX16-213" fmla="*/ 1996750 w 4101062"/>
              <a:gd name="connsiteY16-214" fmla="*/ 4222797 h 4254341"/>
              <a:gd name="connsiteX17-215" fmla="*/ 2448695 w 4101062"/>
              <a:gd name="connsiteY17-216" fmla="*/ 4222797 h 4254341"/>
              <a:gd name="connsiteX18-217" fmla="*/ 2764006 w 4101062"/>
              <a:gd name="connsiteY18-218" fmla="*/ 3981059 h 4254341"/>
              <a:gd name="connsiteX19-219" fmla="*/ 2995233 w 4101062"/>
              <a:gd name="connsiteY19-220" fmla="*/ 3949528 h 4254341"/>
              <a:gd name="connsiteX20-221" fmla="*/ 3016254 w 4101062"/>
              <a:gd name="connsiteY20-222" fmla="*/ 3655239 h 4254341"/>
              <a:gd name="connsiteX21-223" fmla="*/ 3194930 w 4101062"/>
              <a:gd name="connsiteY21-224" fmla="*/ 3224315 h 4254341"/>
              <a:gd name="connsiteX22-225" fmla="*/ 3972695 w 4101062"/>
              <a:gd name="connsiteY22-226" fmla="*/ 3045639 h 4254341"/>
              <a:gd name="connsiteX23-227" fmla="*/ 3909633 w 4101062"/>
              <a:gd name="connsiteY23-228" fmla="*/ 1742356 h 4254341"/>
              <a:gd name="connsiteX24-229" fmla="*/ 4046268 w 4101062"/>
              <a:gd name="connsiteY24-230" fmla="*/ 827956 h 4254341"/>
              <a:gd name="connsiteX25-231" fmla="*/ 3962185 w 4101062"/>
              <a:gd name="connsiteY25-232" fmla="*/ 71211 h 4254341"/>
              <a:gd name="connsiteX26-233" fmla="*/ 2574819 w 4101062"/>
              <a:gd name="connsiteY26-234" fmla="*/ 71211 h 4254341"/>
              <a:gd name="connsiteX27-235" fmla="*/ 2270019 w 4101062"/>
              <a:gd name="connsiteY27-236" fmla="*/ 418052 h 4254341"/>
              <a:gd name="connsiteX28-237" fmla="*/ 2238488 w 4101062"/>
              <a:gd name="connsiteY28-238" fmla="*/ 1153777 h 4254341"/>
              <a:gd name="connsiteX29-239" fmla="*/ 1996750 w 4101062"/>
              <a:gd name="connsiteY29-240" fmla="*/ 1290412 h 425434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/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/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/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/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/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/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/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/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/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/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212" r:id="rId8" imgW="1435100" imgH="3873500" progId="">
                      <p:embed/>
                    </p:oleObj>
                  </mc:Choice>
                  <mc:Fallback>
                    <p:oleObj r:id="rId8" imgW="1435100" imgH="3873500" progId="">
                      <p:embed/>
                      <p:pic>
                        <p:nvPicPr>
                          <p:cNvPr id="0" name="Object 1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/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/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/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/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/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/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/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/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5244182" y="1499729"/>
            <a:ext cx="4175678" cy="5125922"/>
            <a:chOff x="5244182" y="1499729"/>
            <a:chExt cx="4175678" cy="5125922"/>
          </a:xfrm>
        </p:grpSpPr>
        <p:grpSp>
          <p:nvGrpSpPr>
            <p:cNvPr id="26" name="Group 25"/>
            <p:cNvGrpSpPr/>
            <p:nvPr/>
          </p:nvGrpSpPr>
          <p:grpSpPr>
            <a:xfrm>
              <a:off x="5244182" y="1499729"/>
              <a:ext cx="2735863" cy="1090838"/>
              <a:chOff x="616980" y="5292729"/>
              <a:chExt cx="3127445" cy="1207904"/>
            </a:xfrm>
          </p:grpSpPr>
          <p:grpSp>
            <p:nvGrpSpPr>
              <p:cNvPr id="27" name="Group 26"/>
              <p:cNvGrpSpPr/>
              <p:nvPr/>
            </p:nvGrpSpPr>
            <p:grpSpPr>
              <a:xfrm>
                <a:off x="616980" y="5292729"/>
                <a:ext cx="3127445" cy="821190"/>
                <a:chOff x="842590" y="5420084"/>
                <a:chExt cx="3127445" cy="821190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pic>
              <p:nvPicPr>
                <p:cNvPr id="29" name="Picture 28"/>
                <p:cNvPicPr>
                  <a:picLocks noChangeAspect="1"/>
                </p:cNvPicPr>
                <p:nvPr/>
              </p:nvPicPr>
              <p:blipFill>
                <a:blip r:embed="rId1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2590" y="5420084"/>
                  <a:ext cx="2016478" cy="821190"/>
                </a:xfrm>
                <a:prstGeom prst="rect">
                  <a:avLst/>
                </a:prstGeom>
              </p:spPr>
            </p:pic>
            <p:pic>
              <p:nvPicPr>
                <p:cNvPr id="30" name="Picture 29"/>
                <p:cNvPicPr>
                  <a:picLocks noChangeAspect="1"/>
                </p:cNvPicPr>
                <p:nvPr/>
              </p:nvPicPr>
              <p:blipFill rotWithShape="1">
                <a:blip r:embed="rId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4905"/>
                <a:stretch>
                  <a:fillRect/>
                </a:stretch>
              </p:blipFill>
              <p:spPr>
                <a:xfrm>
                  <a:off x="2859067" y="5420084"/>
                  <a:ext cx="1110968" cy="821190"/>
                </a:xfrm>
                <a:prstGeom prst="rect">
                  <a:avLst/>
                </a:prstGeom>
              </p:spPr>
            </p:pic>
          </p:grpSp>
          <p:sp>
            <p:nvSpPr>
              <p:cNvPr id="28" name="Text Box 8"/>
              <p:cNvSpPr txBox="1">
                <a:spLocks noChangeArrowheads="1"/>
              </p:cNvSpPr>
              <p:nvPr/>
            </p:nvSpPr>
            <p:spPr bwMode="auto">
              <a:xfrm>
                <a:off x="1008562" y="6125746"/>
                <a:ext cx="2301691" cy="374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Pacemaker &amp; Monitor</a:t>
                </a:r>
              </a:p>
            </p:txBody>
          </p:sp>
        </p:grpSp>
        <p:grpSp>
          <p:nvGrpSpPr>
            <p:cNvPr id="42" name="Group 41"/>
            <p:cNvGrpSpPr/>
            <p:nvPr/>
          </p:nvGrpSpPr>
          <p:grpSpPr>
            <a:xfrm>
              <a:off x="7868239" y="4103350"/>
              <a:ext cx="1551621" cy="917725"/>
              <a:chOff x="7868239" y="4103350"/>
              <a:chExt cx="1551621" cy="917725"/>
            </a:xfrm>
          </p:grpSpPr>
          <p:pic>
            <p:nvPicPr>
              <p:cNvPr id="34" name="Picture 33"/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8239" y="4103350"/>
                <a:ext cx="1551621" cy="663838"/>
              </a:xfrm>
              <a:prstGeom prst="rect">
                <a:avLst/>
              </a:prstGeom>
            </p:spPr>
          </p:pic>
          <p:sp>
            <p:nvSpPr>
              <p:cNvPr id="35" name="Text Box 10"/>
              <p:cNvSpPr txBox="1">
                <a:spLocks noChangeArrowheads="1"/>
              </p:cNvSpPr>
              <p:nvPr/>
            </p:nvSpPr>
            <p:spPr bwMode="auto">
              <a:xfrm>
                <a:off x="8103032" y="4682521"/>
                <a:ext cx="107971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AR devices</a:t>
                </a:r>
              </a:p>
            </p:txBody>
          </p:sp>
        </p:grpSp>
        <p:grpSp>
          <p:nvGrpSpPr>
            <p:cNvPr id="43" name="Group 42"/>
            <p:cNvGrpSpPr/>
            <p:nvPr/>
          </p:nvGrpSpPr>
          <p:grpSpPr>
            <a:xfrm>
              <a:off x="7586090" y="5333549"/>
              <a:ext cx="1556069" cy="1292102"/>
              <a:chOff x="7586090" y="5333549"/>
              <a:chExt cx="1556069" cy="1292102"/>
            </a:xfrm>
          </p:grpSpPr>
          <p:pic>
            <p:nvPicPr>
              <p:cNvPr id="32" name="Picture 31"/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7586090" y="5333549"/>
                <a:ext cx="1308005" cy="1292102"/>
              </a:xfrm>
              <a:prstGeom prst="rect">
                <a:avLst/>
              </a:prstGeom>
            </p:spPr>
          </p:pic>
          <p:sp>
            <p:nvSpPr>
              <p:cNvPr id="33" name="Text Box 10"/>
              <p:cNvSpPr txBox="1">
                <a:spLocks noChangeArrowheads="1"/>
              </p:cNvSpPr>
              <p:nvPr/>
            </p:nvSpPr>
            <p:spPr bwMode="auto">
              <a:xfrm>
                <a:off x="8513461" y="6201538"/>
                <a:ext cx="62869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Fitbit</a:t>
                </a:r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/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/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/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/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/>
          <p:cNvGrpSpPr/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/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/>
            <p:cNvGrpSpPr/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/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/>
              <p:cNvSpPr/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/>
              <p:cNvSpPr/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/>
              <p:cNvSpPr/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/>
              <p:cNvSpPr/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/>
              <p:cNvSpPr/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/>
              <p:cNvSpPr/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/>
              <p:cNvSpPr/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/>
              <p:cNvGrpSpPr/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/>
              <p:cNvSpPr/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/>
              <p:cNvSpPr/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/>
              <p:cNvSpPr/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/>
              <p:cNvSpPr/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/>
              <p:cNvSpPr/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/>
              <p:cNvSpPr/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/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/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/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/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/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/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/>
              <p:cNvSpPr/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/>
              <p:cNvSpPr/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/>
              <p:cNvSpPr/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/>
              <p:cNvSpPr/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/>
              <p:cNvSpPr/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/>
              <p:cNvSpPr/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/>
              <p:cNvSpPr/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/>
              <p:cNvGrpSpPr/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/>
              <p:cNvSpPr/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/>
              <p:cNvSpPr/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/>
              <p:cNvSpPr/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/>
              <p:cNvSpPr/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/>
              <p:cNvSpPr/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/>
              <p:cNvSpPr/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/>
            <p:cNvGrpSpPr/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/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/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/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/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/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/>
          <p:cNvGrpSpPr/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/>
          <p:cNvGrpSpPr/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/>
          <p:cNvGrpSpPr/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/>
          <p:cNvGrpSpPr/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/>
          <p:cNvGrpSpPr/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/>
          <p:cNvSpPr txBox="1"/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MS PGothic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MS PGothic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MS PGothic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grpSp>
        <p:nvGrpSpPr>
          <p:cNvPr id="15" name="Group 14"/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/>
            <p:cNvCxnSpPr/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/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/>
            <p:cNvCxnSpPr/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/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/>
            <p:cNvCxnSpPr/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/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/>
            <p:cNvCxnSpPr/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/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/>
            <p:cNvCxnSpPr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/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/>
            <p:cNvCxnSpPr/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/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/>
            <p:cNvCxnSpPr/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/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/>
            <p:cNvCxnSpPr/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/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/>
            <p:cNvCxnSpPr/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/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/>
            <p:cNvCxnSpPr/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/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/>
            <p:cNvCxnSpPr/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/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/>
            <p:cNvCxnSpPr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/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/>
            <p:cNvCxnSpPr/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/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/>
            <p:cNvCxnSpPr/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/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/>
            <p:cNvCxnSpPr/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/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/>
            <p:cNvCxnSpPr/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/>
          <p:cNvSpPr txBox="1"/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sp>
        <p:nvSpPr>
          <p:cNvPr id="571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</a:rPr>
              <a:t>Infrastructure </a:t>
            </a:r>
            <a:r>
              <a:rPr lang="en-US" altLang="en-US" dirty="0">
                <a:ea typeface="MS PGothic" panose="020B0600070205080204" pitchFamily="34" charset="-128"/>
              </a:rPr>
              <a:t>that provides services to applications: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/>
          <p:cNvGrpSpPr/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/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/>
            <p:cNvGrpSpPr/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/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/>
              <p:cNvSpPr/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/>
              <p:cNvSpPr/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/>
              <p:cNvSpPr/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/>
              <p:cNvSpPr/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/>
              <p:cNvSpPr/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/>
              <p:cNvSpPr/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/>
              <p:cNvSpPr/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/>
              <p:cNvGrpSpPr/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/>
              <p:cNvSpPr/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/>
              <p:cNvSpPr/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/>
              <p:cNvSpPr/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/>
              <p:cNvSpPr/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/>
              <p:cNvSpPr/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/>
              <p:cNvSpPr/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/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/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/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/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/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/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/>
              <p:cNvSpPr/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/>
              <p:cNvSpPr/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/>
              <p:cNvSpPr/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/>
              <p:cNvSpPr/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/>
              <p:cNvSpPr/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/>
              <p:cNvSpPr/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/>
              <p:cNvSpPr/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/>
              <p:cNvGrpSpPr/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/>
              <p:cNvSpPr/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/>
              <p:cNvSpPr/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/>
              <p:cNvSpPr/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/>
              <p:cNvSpPr/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/>
              <p:cNvSpPr/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/>
              <p:cNvSpPr/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/>
            <p:cNvGrpSpPr/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/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/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/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/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/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/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/>
          <p:cNvGrpSpPr/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/>
          <p:cNvGrpSpPr/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/>
          <p:cNvGrpSpPr/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/>
          <p:cNvGrpSpPr/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/>
          <p:cNvGrpSpPr/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/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/>
            <p:cNvCxnSpPr/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/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/>
            <p:cNvCxnSpPr/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/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/>
            <p:cNvCxnSpPr/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/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/>
            <p:cNvCxnSpPr/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/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/>
            <p:cNvCxnSpPr/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/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/>
            <p:cNvCxnSpPr/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/>
          <p:cNvSpPr txBox="1"/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MS PGothic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programming interface </a:t>
            </a:r>
            <a:r>
              <a:rPr lang="en-US" altLang="en-US" dirty="0">
                <a:ea typeface="MS PGothic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MS PGothic" panose="020B0600070205080204" pitchFamily="34" charset="-128"/>
              </a:rPr>
              <a:t>“</a:t>
            </a:r>
            <a:r>
              <a:rPr lang="en-US" altLang="ja-JP" dirty="0">
                <a:ea typeface="MS PGothic" panose="020B0600070205080204" pitchFamily="34" charset="-128"/>
              </a:rPr>
              <a:t>connect</a:t>
            </a:r>
            <a:r>
              <a:rPr lang="ja-JP" altLang="en-US">
                <a:ea typeface="MS PGothic" panose="020B0600070205080204" pitchFamily="34" charset="-128"/>
              </a:rPr>
              <a:t>”</a:t>
            </a:r>
            <a:r>
              <a:rPr lang="en-US" altLang="ja-JP" dirty="0">
                <a:ea typeface="MS PGothic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sp>
        <p:nvSpPr>
          <p:cNvPr id="610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/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MS PGothic" panose="020B0600070205080204" pitchFamily="34" charset="-128"/>
              </a:rPr>
              <a:t>Human protocols:</a:t>
            </a:r>
          </a:p>
          <a:p>
            <a:pPr marL="349250" indent="-220980">
              <a:buSzPct val="75000"/>
            </a:pPr>
            <a:r>
              <a:rPr lang="en-US" altLang="ja-JP" sz="2400" dirty="0">
                <a:ea typeface="MS PGothic" panose="020B0600070205080204" pitchFamily="34" charset="-128"/>
              </a:rPr>
              <a:t>“what’s the time?”</a:t>
            </a:r>
          </a:p>
          <a:p>
            <a:pPr marL="349250" indent="-220980">
              <a:buSzPct val="75000"/>
            </a:pPr>
            <a:r>
              <a:rPr lang="en-US" altLang="ja-JP" sz="2400" dirty="0">
                <a:ea typeface="MS PGothic" panose="020B0600070205080204" pitchFamily="34" charset="-128"/>
              </a:rPr>
              <a:t>“I have a question”</a:t>
            </a:r>
          </a:p>
          <a:p>
            <a:pPr marL="349250" indent="-220980"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introductions</a:t>
            </a:r>
            <a:endParaRPr lang="en-US" altLang="en-US" dirty="0">
              <a:ea typeface="MS PGothic" panose="020B0600070205080204" pitchFamily="34" charset="-128"/>
            </a:endParaRPr>
          </a:p>
        </p:txBody>
      </p:sp>
      <p:sp>
        <p:nvSpPr>
          <p:cNvPr id="610" name="Rectangle 4"/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980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980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/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/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Rules for: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… specific messages sent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/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dirty="0">
                <a:ea typeface="MS PGothic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dirty="0">
              <a:ea typeface="MS PGothic" panose="020B0600070205080204" pitchFamily="34" charset="-128"/>
            </a:endParaRPr>
          </a:p>
        </p:txBody>
      </p:sp>
      <p:sp>
        <p:nvSpPr>
          <p:cNvPr id="11" name="Rectangle 8"/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/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/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/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/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/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/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/>
            <p:cNvGrpSpPr/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/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/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/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/>
            <p:cNvGrpSpPr/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/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/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/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/>
          <p:cNvGrpSpPr/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/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/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/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/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/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/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/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/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/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/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/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/>
          <p:cNvGrpSpPr/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/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/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/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/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/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/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/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/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/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/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/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/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/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/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/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/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/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/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/>
          <p:cNvGrpSpPr/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/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/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/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10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/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/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/>
            <p:cNvSpPr/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/>
            <p:cNvGrpSpPr/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/>
            <p:cNvSpPr/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/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/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/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/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/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/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/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/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/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/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/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/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/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/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/>
              <p:cNvGrpSpPr/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/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/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/>
                <p:cNvSpPr/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/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/>
                <p:cNvSpPr/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/>
                <p:cNvSpPr/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/>
                <p:cNvSpPr/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/>
                <p:cNvSpPr/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/>
                <p:cNvSpPr/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/>
                <p:cNvSpPr/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/>
                <p:cNvGrpSpPr/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/>
                <p:cNvSpPr/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/>
                <p:cNvSpPr/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/>
                <p:cNvSpPr/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/>
                <p:cNvSpPr/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/>
                <p:cNvSpPr/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/>
                <p:cNvSpPr/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/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/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/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/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/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/>
                <p:cNvSpPr/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/>
                <p:cNvSpPr/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/>
                <p:cNvSpPr/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/>
                <p:cNvSpPr/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/>
                <p:cNvSpPr/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/>
                <p:cNvSpPr/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/>
                <p:cNvSpPr/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/>
                <p:cNvGrpSpPr/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/>
                <p:cNvSpPr/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/>
                <p:cNvSpPr/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/>
                <p:cNvSpPr/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/>
                <p:cNvSpPr/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/>
                <p:cNvSpPr/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/>
                <p:cNvSpPr/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/>
              <p:cNvGrpSpPr/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/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/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/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/>
              <p:cNvGrpSpPr/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/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/>
                <p:cNvGrpSpPr/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/>
                <p:cNvGrpSpPr/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/>
                <p:cNvGrpSpPr/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/>
                <p:cNvGrpSpPr/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/>
                <p:cNvGrpSpPr/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/>
                <p:cNvGrpSpPr/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/>
              <p:cNvGrpSpPr/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/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/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/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/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/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/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/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/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/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/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/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/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/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/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/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/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/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/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/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/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/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/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/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/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/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/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/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/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/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/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/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/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430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830" indent="-176530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/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12</a:t>
            </a:fld>
            <a:endParaRPr lang="en-US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430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830" indent="-176530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828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anose="05000000000000000000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828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anose="05000000000000000000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/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/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/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-1" fmla="*/ 0 w 4656083"/>
              <a:gd name="connsiteY0-2" fmla="*/ 0 h 4939862"/>
              <a:gd name="connsiteX1-3" fmla="*/ 0 w 4656083"/>
              <a:gd name="connsiteY1-4" fmla="*/ 0 h 4939862"/>
              <a:gd name="connsiteX2-5" fmla="*/ 94593 w 4656083"/>
              <a:gd name="connsiteY2-6" fmla="*/ 10510 h 4939862"/>
              <a:gd name="connsiteX3-7" fmla="*/ 2375338 w 4656083"/>
              <a:gd name="connsiteY3-8" fmla="*/ 42041 h 4939862"/>
              <a:gd name="connsiteX4-9" fmla="*/ 2375338 w 4656083"/>
              <a:gd name="connsiteY4-10" fmla="*/ 1418896 h 4939862"/>
              <a:gd name="connsiteX5-11" fmla="*/ 1660635 w 4656083"/>
              <a:gd name="connsiteY5-12" fmla="*/ 1923393 h 4939862"/>
              <a:gd name="connsiteX6-13" fmla="*/ 1660635 w 4656083"/>
              <a:gd name="connsiteY6-14" fmla="*/ 2459420 h 4939862"/>
              <a:gd name="connsiteX7-15" fmla="*/ 3079531 w 4656083"/>
              <a:gd name="connsiteY7-16" fmla="*/ 3037489 h 4939862"/>
              <a:gd name="connsiteX8-17" fmla="*/ 3552497 w 4656083"/>
              <a:gd name="connsiteY8-18" fmla="*/ 2858813 h 4939862"/>
              <a:gd name="connsiteX9-19" fmla="*/ 3762704 w 4656083"/>
              <a:gd name="connsiteY9-20" fmla="*/ 2585544 h 4939862"/>
              <a:gd name="connsiteX10-21" fmla="*/ 3825766 w 4656083"/>
              <a:gd name="connsiteY10-22" fmla="*/ 2259724 h 4939862"/>
              <a:gd name="connsiteX11-23" fmla="*/ 3783725 w 4656083"/>
              <a:gd name="connsiteY11-24" fmla="*/ 2060027 h 4939862"/>
              <a:gd name="connsiteX12-25" fmla="*/ 3689131 w 4656083"/>
              <a:gd name="connsiteY12-26" fmla="*/ 1881351 h 4939862"/>
              <a:gd name="connsiteX13-27" fmla="*/ 3447393 w 4656083"/>
              <a:gd name="connsiteY13-28" fmla="*/ 1723696 h 4939862"/>
              <a:gd name="connsiteX14-29" fmla="*/ 4498428 w 4656083"/>
              <a:gd name="connsiteY14-30" fmla="*/ 1587062 h 4939862"/>
              <a:gd name="connsiteX15-31" fmla="*/ 4656083 w 4656083"/>
              <a:gd name="connsiteY15-32" fmla="*/ 2921875 h 4939862"/>
              <a:gd name="connsiteX16-33" fmla="*/ 4508938 w 4656083"/>
              <a:gd name="connsiteY16-34" fmla="*/ 4561489 h 4939862"/>
              <a:gd name="connsiteX17-35" fmla="*/ 3499945 w 4656083"/>
              <a:gd name="connsiteY17-36" fmla="*/ 4939862 h 4939862"/>
              <a:gd name="connsiteX18-37" fmla="*/ 105104 w 4656083"/>
              <a:gd name="connsiteY18-38" fmla="*/ 4897820 h 4939862"/>
              <a:gd name="connsiteX19-39" fmla="*/ 0 w 4656083"/>
              <a:gd name="connsiteY19-40" fmla="*/ 0 h 4939862"/>
              <a:gd name="connsiteX0-41" fmla="*/ 0 w 4656083"/>
              <a:gd name="connsiteY0-42" fmla="*/ 0 h 4939862"/>
              <a:gd name="connsiteX1-43" fmla="*/ 0 w 4656083"/>
              <a:gd name="connsiteY1-44" fmla="*/ 0 h 4939862"/>
              <a:gd name="connsiteX2-45" fmla="*/ 94593 w 4656083"/>
              <a:gd name="connsiteY2-46" fmla="*/ 10510 h 4939862"/>
              <a:gd name="connsiteX3-47" fmla="*/ 2375338 w 4656083"/>
              <a:gd name="connsiteY3-48" fmla="*/ 42041 h 4939862"/>
              <a:gd name="connsiteX4-49" fmla="*/ 2375338 w 4656083"/>
              <a:gd name="connsiteY4-50" fmla="*/ 1418896 h 4939862"/>
              <a:gd name="connsiteX5-51" fmla="*/ 1660635 w 4656083"/>
              <a:gd name="connsiteY5-52" fmla="*/ 1923393 h 4939862"/>
              <a:gd name="connsiteX6-53" fmla="*/ 1660635 w 4656083"/>
              <a:gd name="connsiteY6-54" fmla="*/ 2459420 h 4939862"/>
              <a:gd name="connsiteX7-55" fmla="*/ 3079531 w 4656083"/>
              <a:gd name="connsiteY7-56" fmla="*/ 3037489 h 4939862"/>
              <a:gd name="connsiteX8-57" fmla="*/ 3552497 w 4656083"/>
              <a:gd name="connsiteY8-58" fmla="*/ 2858813 h 4939862"/>
              <a:gd name="connsiteX9-59" fmla="*/ 3762704 w 4656083"/>
              <a:gd name="connsiteY9-60" fmla="*/ 2585544 h 4939862"/>
              <a:gd name="connsiteX10-61" fmla="*/ 3825766 w 4656083"/>
              <a:gd name="connsiteY10-62" fmla="*/ 2259724 h 4939862"/>
              <a:gd name="connsiteX11-63" fmla="*/ 3783725 w 4656083"/>
              <a:gd name="connsiteY11-64" fmla="*/ 2060027 h 4939862"/>
              <a:gd name="connsiteX12-65" fmla="*/ 3689131 w 4656083"/>
              <a:gd name="connsiteY12-66" fmla="*/ 1881351 h 4939862"/>
              <a:gd name="connsiteX13-67" fmla="*/ 3447393 w 4656083"/>
              <a:gd name="connsiteY13-68" fmla="*/ 1723696 h 4939862"/>
              <a:gd name="connsiteX14-69" fmla="*/ 4498428 w 4656083"/>
              <a:gd name="connsiteY14-70" fmla="*/ 1587062 h 4939862"/>
              <a:gd name="connsiteX15-71" fmla="*/ 4656083 w 4656083"/>
              <a:gd name="connsiteY15-72" fmla="*/ 2921875 h 4939862"/>
              <a:gd name="connsiteX16-73" fmla="*/ 4508938 w 4656083"/>
              <a:gd name="connsiteY16-74" fmla="*/ 4561489 h 4939862"/>
              <a:gd name="connsiteX17-75" fmla="*/ 3499945 w 4656083"/>
              <a:gd name="connsiteY17-76" fmla="*/ 4939862 h 4939862"/>
              <a:gd name="connsiteX18-77" fmla="*/ 105104 w 4656083"/>
              <a:gd name="connsiteY18-78" fmla="*/ 4897820 h 4939862"/>
              <a:gd name="connsiteX19-79" fmla="*/ 0 w 4656083"/>
              <a:gd name="connsiteY19-80" fmla="*/ 0 h 4939862"/>
              <a:gd name="connsiteX0-81" fmla="*/ 0 w 4656083"/>
              <a:gd name="connsiteY0-82" fmla="*/ 0 h 4939862"/>
              <a:gd name="connsiteX1-83" fmla="*/ 0 w 4656083"/>
              <a:gd name="connsiteY1-84" fmla="*/ 0 h 4939862"/>
              <a:gd name="connsiteX2-85" fmla="*/ 94593 w 4656083"/>
              <a:gd name="connsiteY2-86" fmla="*/ 10510 h 4939862"/>
              <a:gd name="connsiteX3-87" fmla="*/ 2375338 w 4656083"/>
              <a:gd name="connsiteY3-88" fmla="*/ 42041 h 4939862"/>
              <a:gd name="connsiteX4-89" fmla="*/ 2375338 w 4656083"/>
              <a:gd name="connsiteY4-90" fmla="*/ 1418896 h 4939862"/>
              <a:gd name="connsiteX5-91" fmla="*/ 1660635 w 4656083"/>
              <a:gd name="connsiteY5-92" fmla="*/ 1923393 h 4939862"/>
              <a:gd name="connsiteX6-93" fmla="*/ 1660635 w 4656083"/>
              <a:gd name="connsiteY6-94" fmla="*/ 2459420 h 4939862"/>
              <a:gd name="connsiteX7-95" fmla="*/ 3079531 w 4656083"/>
              <a:gd name="connsiteY7-96" fmla="*/ 3037489 h 4939862"/>
              <a:gd name="connsiteX8-97" fmla="*/ 3552497 w 4656083"/>
              <a:gd name="connsiteY8-98" fmla="*/ 2858813 h 4939862"/>
              <a:gd name="connsiteX9-99" fmla="*/ 3762704 w 4656083"/>
              <a:gd name="connsiteY9-100" fmla="*/ 2585544 h 4939862"/>
              <a:gd name="connsiteX10-101" fmla="*/ 3825766 w 4656083"/>
              <a:gd name="connsiteY10-102" fmla="*/ 2259724 h 4939862"/>
              <a:gd name="connsiteX11-103" fmla="*/ 3783725 w 4656083"/>
              <a:gd name="connsiteY11-104" fmla="*/ 2060027 h 4939862"/>
              <a:gd name="connsiteX12-105" fmla="*/ 3689131 w 4656083"/>
              <a:gd name="connsiteY12-106" fmla="*/ 1881351 h 4939862"/>
              <a:gd name="connsiteX13-107" fmla="*/ 3447393 w 4656083"/>
              <a:gd name="connsiteY13-108" fmla="*/ 1723696 h 4939862"/>
              <a:gd name="connsiteX14-109" fmla="*/ 4498428 w 4656083"/>
              <a:gd name="connsiteY14-110" fmla="*/ 1587062 h 4939862"/>
              <a:gd name="connsiteX15-111" fmla="*/ 4656083 w 4656083"/>
              <a:gd name="connsiteY15-112" fmla="*/ 2921875 h 4939862"/>
              <a:gd name="connsiteX16-113" fmla="*/ 4508938 w 4656083"/>
              <a:gd name="connsiteY16-114" fmla="*/ 4561489 h 4939862"/>
              <a:gd name="connsiteX17-115" fmla="*/ 3499945 w 4656083"/>
              <a:gd name="connsiteY17-116" fmla="*/ 4939862 h 4939862"/>
              <a:gd name="connsiteX18-117" fmla="*/ 105104 w 4656083"/>
              <a:gd name="connsiteY18-118" fmla="*/ 4897820 h 4939862"/>
              <a:gd name="connsiteX19-119" fmla="*/ 0 w 4656083"/>
              <a:gd name="connsiteY19-120" fmla="*/ 0 h 4939862"/>
              <a:gd name="connsiteX0-121" fmla="*/ 0 w 4656083"/>
              <a:gd name="connsiteY0-122" fmla="*/ 0 h 4939862"/>
              <a:gd name="connsiteX1-123" fmla="*/ 0 w 4656083"/>
              <a:gd name="connsiteY1-124" fmla="*/ 0 h 4939862"/>
              <a:gd name="connsiteX2-125" fmla="*/ 94593 w 4656083"/>
              <a:gd name="connsiteY2-126" fmla="*/ 10510 h 4939862"/>
              <a:gd name="connsiteX3-127" fmla="*/ 2375338 w 4656083"/>
              <a:gd name="connsiteY3-128" fmla="*/ 42041 h 4939862"/>
              <a:gd name="connsiteX4-129" fmla="*/ 2375338 w 4656083"/>
              <a:gd name="connsiteY4-130" fmla="*/ 1418896 h 4939862"/>
              <a:gd name="connsiteX5-131" fmla="*/ 1660635 w 4656083"/>
              <a:gd name="connsiteY5-132" fmla="*/ 1923393 h 4939862"/>
              <a:gd name="connsiteX6-133" fmla="*/ 1660635 w 4656083"/>
              <a:gd name="connsiteY6-134" fmla="*/ 2459420 h 4939862"/>
              <a:gd name="connsiteX7-135" fmla="*/ 3079531 w 4656083"/>
              <a:gd name="connsiteY7-136" fmla="*/ 3037489 h 4939862"/>
              <a:gd name="connsiteX8-137" fmla="*/ 3552497 w 4656083"/>
              <a:gd name="connsiteY8-138" fmla="*/ 2858813 h 4939862"/>
              <a:gd name="connsiteX9-139" fmla="*/ 3762704 w 4656083"/>
              <a:gd name="connsiteY9-140" fmla="*/ 2585544 h 4939862"/>
              <a:gd name="connsiteX10-141" fmla="*/ 3825766 w 4656083"/>
              <a:gd name="connsiteY10-142" fmla="*/ 2259724 h 4939862"/>
              <a:gd name="connsiteX11-143" fmla="*/ 3783725 w 4656083"/>
              <a:gd name="connsiteY11-144" fmla="*/ 2060027 h 4939862"/>
              <a:gd name="connsiteX12-145" fmla="*/ 3689131 w 4656083"/>
              <a:gd name="connsiteY12-146" fmla="*/ 1881351 h 4939862"/>
              <a:gd name="connsiteX13-147" fmla="*/ 3447393 w 4656083"/>
              <a:gd name="connsiteY13-148" fmla="*/ 1723696 h 4939862"/>
              <a:gd name="connsiteX14-149" fmla="*/ 4498428 w 4656083"/>
              <a:gd name="connsiteY14-150" fmla="*/ 1587062 h 4939862"/>
              <a:gd name="connsiteX15-151" fmla="*/ 4656083 w 4656083"/>
              <a:gd name="connsiteY15-152" fmla="*/ 2921875 h 4939862"/>
              <a:gd name="connsiteX16-153" fmla="*/ 4508938 w 4656083"/>
              <a:gd name="connsiteY16-154" fmla="*/ 4561489 h 4939862"/>
              <a:gd name="connsiteX17-155" fmla="*/ 3499945 w 4656083"/>
              <a:gd name="connsiteY17-156" fmla="*/ 4939862 h 4939862"/>
              <a:gd name="connsiteX18-157" fmla="*/ 105104 w 4656083"/>
              <a:gd name="connsiteY18-158" fmla="*/ 4897820 h 4939862"/>
              <a:gd name="connsiteX19-159" fmla="*/ 0 w 4656083"/>
              <a:gd name="connsiteY19-160" fmla="*/ 0 h 4939862"/>
              <a:gd name="connsiteX0-161" fmla="*/ 0 w 4656083"/>
              <a:gd name="connsiteY0-162" fmla="*/ 0 h 4939862"/>
              <a:gd name="connsiteX1-163" fmla="*/ 0 w 4656083"/>
              <a:gd name="connsiteY1-164" fmla="*/ 0 h 4939862"/>
              <a:gd name="connsiteX2-165" fmla="*/ 94593 w 4656083"/>
              <a:gd name="connsiteY2-166" fmla="*/ 10510 h 4939862"/>
              <a:gd name="connsiteX3-167" fmla="*/ 2375338 w 4656083"/>
              <a:gd name="connsiteY3-168" fmla="*/ 42041 h 4939862"/>
              <a:gd name="connsiteX4-169" fmla="*/ 2375338 w 4656083"/>
              <a:gd name="connsiteY4-170" fmla="*/ 1418896 h 4939862"/>
              <a:gd name="connsiteX5-171" fmla="*/ 1660635 w 4656083"/>
              <a:gd name="connsiteY5-172" fmla="*/ 1923393 h 4939862"/>
              <a:gd name="connsiteX6-173" fmla="*/ 1660635 w 4656083"/>
              <a:gd name="connsiteY6-174" fmla="*/ 2459420 h 4939862"/>
              <a:gd name="connsiteX7-175" fmla="*/ 3132083 w 4656083"/>
              <a:gd name="connsiteY7-176" fmla="*/ 3090041 h 4939862"/>
              <a:gd name="connsiteX8-177" fmla="*/ 3552497 w 4656083"/>
              <a:gd name="connsiteY8-178" fmla="*/ 2858813 h 4939862"/>
              <a:gd name="connsiteX9-179" fmla="*/ 3762704 w 4656083"/>
              <a:gd name="connsiteY9-180" fmla="*/ 2585544 h 4939862"/>
              <a:gd name="connsiteX10-181" fmla="*/ 3825766 w 4656083"/>
              <a:gd name="connsiteY10-182" fmla="*/ 2259724 h 4939862"/>
              <a:gd name="connsiteX11-183" fmla="*/ 3783725 w 4656083"/>
              <a:gd name="connsiteY11-184" fmla="*/ 2060027 h 4939862"/>
              <a:gd name="connsiteX12-185" fmla="*/ 3689131 w 4656083"/>
              <a:gd name="connsiteY12-186" fmla="*/ 1881351 h 4939862"/>
              <a:gd name="connsiteX13-187" fmla="*/ 3447393 w 4656083"/>
              <a:gd name="connsiteY13-188" fmla="*/ 1723696 h 4939862"/>
              <a:gd name="connsiteX14-189" fmla="*/ 4498428 w 4656083"/>
              <a:gd name="connsiteY14-190" fmla="*/ 1587062 h 4939862"/>
              <a:gd name="connsiteX15-191" fmla="*/ 4656083 w 4656083"/>
              <a:gd name="connsiteY15-192" fmla="*/ 2921875 h 4939862"/>
              <a:gd name="connsiteX16-193" fmla="*/ 4508938 w 4656083"/>
              <a:gd name="connsiteY16-194" fmla="*/ 4561489 h 4939862"/>
              <a:gd name="connsiteX17-195" fmla="*/ 3499945 w 4656083"/>
              <a:gd name="connsiteY17-196" fmla="*/ 4939862 h 4939862"/>
              <a:gd name="connsiteX18-197" fmla="*/ 105104 w 4656083"/>
              <a:gd name="connsiteY18-198" fmla="*/ 4897820 h 4939862"/>
              <a:gd name="connsiteX19-199" fmla="*/ 0 w 4656083"/>
              <a:gd name="connsiteY19-200" fmla="*/ 0 h 4939862"/>
              <a:gd name="connsiteX0-201" fmla="*/ 0 w 4656083"/>
              <a:gd name="connsiteY0-202" fmla="*/ 0 h 4939862"/>
              <a:gd name="connsiteX1-203" fmla="*/ 0 w 4656083"/>
              <a:gd name="connsiteY1-204" fmla="*/ 0 h 4939862"/>
              <a:gd name="connsiteX2-205" fmla="*/ 94593 w 4656083"/>
              <a:gd name="connsiteY2-206" fmla="*/ 10510 h 4939862"/>
              <a:gd name="connsiteX3-207" fmla="*/ 2375338 w 4656083"/>
              <a:gd name="connsiteY3-208" fmla="*/ 42041 h 4939862"/>
              <a:gd name="connsiteX4-209" fmla="*/ 2375338 w 4656083"/>
              <a:gd name="connsiteY4-210" fmla="*/ 1418896 h 4939862"/>
              <a:gd name="connsiteX5-211" fmla="*/ 1660635 w 4656083"/>
              <a:gd name="connsiteY5-212" fmla="*/ 1923393 h 4939862"/>
              <a:gd name="connsiteX6-213" fmla="*/ 1660635 w 4656083"/>
              <a:gd name="connsiteY6-214" fmla="*/ 2459420 h 4939862"/>
              <a:gd name="connsiteX7-215" fmla="*/ 3132083 w 4656083"/>
              <a:gd name="connsiteY7-216" fmla="*/ 3090041 h 4939862"/>
              <a:gd name="connsiteX8-217" fmla="*/ 3605049 w 4656083"/>
              <a:gd name="connsiteY8-218" fmla="*/ 2869324 h 4939862"/>
              <a:gd name="connsiteX9-219" fmla="*/ 3762704 w 4656083"/>
              <a:gd name="connsiteY9-220" fmla="*/ 2585544 h 4939862"/>
              <a:gd name="connsiteX10-221" fmla="*/ 3825766 w 4656083"/>
              <a:gd name="connsiteY10-222" fmla="*/ 2259724 h 4939862"/>
              <a:gd name="connsiteX11-223" fmla="*/ 3783725 w 4656083"/>
              <a:gd name="connsiteY11-224" fmla="*/ 2060027 h 4939862"/>
              <a:gd name="connsiteX12-225" fmla="*/ 3689131 w 4656083"/>
              <a:gd name="connsiteY12-226" fmla="*/ 1881351 h 4939862"/>
              <a:gd name="connsiteX13-227" fmla="*/ 3447393 w 4656083"/>
              <a:gd name="connsiteY13-228" fmla="*/ 1723696 h 4939862"/>
              <a:gd name="connsiteX14-229" fmla="*/ 4498428 w 4656083"/>
              <a:gd name="connsiteY14-230" fmla="*/ 1587062 h 4939862"/>
              <a:gd name="connsiteX15-231" fmla="*/ 4656083 w 4656083"/>
              <a:gd name="connsiteY15-232" fmla="*/ 2921875 h 4939862"/>
              <a:gd name="connsiteX16-233" fmla="*/ 4508938 w 4656083"/>
              <a:gd name="connsiteY16-234" fmla="*/ 4561489 h 4939862"/>
              <a:gd name="connsiteX17-235" fmla="*/ 3499945 w 4656083"/>
              <a:gd name="connsiteY17-236" fmla="*/ 4939862 h 4939862"/>
              <a:gd name="connsiteX18-237" fmla="*/ 105104 w 4656083"/>
              <a:gd name="connsiteY18-238" fmla="*/ 4897820 h 4939862"/>
              <a:gd name="connsiteX19-239" fmla="*/ 0 w 4656083"/>
              <a:gd name="connsiteY19-240" fmla="*/ 0 h 4939862"/>
              <a:gd name="connsiteX0-241" fmla="*/ 0 w 4656083"/>
              <a:gd name="connsiteY0-242" fmla="*/ 0 h 4939862"/>
              <a:gd name="connsiteX1-243" fmla="*/ 0 w 4656083"/>
              <a:gd name="connsiteY1-244" fmla="*/ 0 h 4939862"/>
              <a:gd name="connsiteX2-245" fmla="*/ 94593 w 4656083"/>
              <a:gd name="connsiteY2-246" fmla="*/ 10510 h 4939862"/>
              <a:gd name="connsiteX3-247" fmla="*/ 2375338 w 4656083"/>
              <a:gd name="connsiteY3-248" fmla="*/ 42041 h 4939862"/>
              <a:gd name="connsiteX4-249" fmla="*/ 2375338 w 4656083"/>
              <a:gd name="connsiteY4-250" fmla="*/ 1418896 h 4939862"/>
              <a:gd name="connsiteX5-251" fmla="*/ 1660635 w 4656083"/>
              <a:gd name="connsiteY5-252" fmla="*/ 1923393 h 4939862"/>
              <a:gd name="connsiteX6-253" fmla="*/ 1660635 w 4656083"/>
              <a:gd name="connsiteY6-254" fmla="*/ 2459420 h 4939862"/>
              <a:gd name="connsiteX7-255" fmla="*/ 3132083 w 4656083"/>
              <a:gd name="connsiteY7-256" fmla="*/ 3090041 h 4939862"/>
              <a:gd name="connsiteX8-257" fmla="*/ 3605049 w 4656083"/>
              <a:gd name="connsiteY8-258" fmla="*/ 2869324 h 4939862"/>
              <a:gd name="connsiteX9-259" fmla="*/ 3804745 w 4656083"/>
              <a:gd name="connsiteY9-260" fmla="*/ 2596054 h 4939862"/>
              <a:gd name="connsiteX10-261" fmla="*/ 3825766 w 4656083"/>
              <a:gd name="connsiteY10-262" fmla="*/ 2259724 h 4939862"/>
              <a:gd name="connsiteX11-263" fmla="*/ 3783725 w 4656083"/>
              <a:gd name="connsiteY11-264" fmla="*/ 2060027 h 4939862"/>
              <a:gd name="connsiteX12-265" fmla="*/ 3689131 w 4656083"/>
              <a:gd name="connsiteY12-266" fmla="*/ 1881351 h 4939862"/>
              <a:gd name="connsiteX13-267" fmla="*/ 3447393 w 4656083"/>
              <a:gd name="connsiteY13-268" fmla="*/ 1723696 h 4939862"/>
              <a:gd name="connsiteX14-269" fmla="*/ 4498428 w 4656083"/>
              <a:gd name="connsiteY14-270" fmla="*/ 1587062 h 4939862"/>
              <a:gd name="connsiteX15-271" fmla="*/ 4656083 w 4656083"/>
              <a:gd name="connsiteY15-272" fmla="*/ 2921875 h 4939862"/>
              <a:gd name="connsiteX16-273" fmla="*/ 4508938 w 4656083"/>
              <a:gd name="connsiteY16-274" fmla="*/ 4561489 h 4939862"/>
              <a:gd name="connsiteX17-275" fmla="*/ 3499945 w 4656083"/>
              <a:gd name="connsiteY17-276" fmla="*/ 4939862 h 4939862"/>
              <a:gd name="connsiteX18-277" fmla="*/ 105104 w 4656083"/>
              <a:gd name="connsiteY18-278" fmla="*/ 4897820 h 4939862"/>
              <a:gd name="connsiteX19-279" fmla="*/ 0 w 4656083"/>
              <a:gd name="connsiteY19-280" fmla="*/ 0 h 4939862"/>
              <a:gd name="connsiteX0-281" fmla="*/ 0 w 4656083"/>
              <a:gd name="connsiteY0-282" fmla="*/ 0 h 4939862"/>
              <a:gd name="connsiteX1-283" fmla="*/ 0 w 4656083"/>
              <a:gd name="connsiteY1-284" fmla="*/ 0 h 4939862"/>
              <a:gd name="connsiteX2-285" fmla="*/ 94593 w 4656083"/>
              <a:gd name="connsiteY2-286" fmla="*/ 10510 h 4939862"/>
              <a:gd name="connsiteX3-287" fmla="*/ 2375338 w 4656083"/>
              <a:gd name="connsiteY3-288" fmla="*/ 42041 h 4939862"/>
              <a:gd name="connsiteX4-289" fmla="*/ 2375338 w 4656083"/>
              <a:gd name="connsiteY4-290" fmla="*/ 1418896 h 4939862"/>
              <a:gd name="connsiteX5-291" fmla="*/ 1660635 w 4656083"/>
              <a:gd name="connsiteY5-292" fmla="*/ 1923393 h 4939862"/>
              <a:gd name="connsiteX6-293" fmla="*/ 1555531 w 4656083"/>
              <a:gd name="connsiteY6-294" fmla="*/ 2469930 h 4939862"/>
              <a:gd name="connsiteX7-295" fmla="*/ 3132083 w 4656083"/>
              <a:gd name="connsiteY7-296" fmla="*/ 3090041 h 4939862"/>
              <a:gd name="connsiteX8-297" fmla="*/ 3605049 w 4656083"/>
              <a:gd name="connsiteY8-298" fmla="*/ 2869324 h 4939862"/>
              <a:gd name="connsiteX9-299" fmla="*/ 3804745 w 4656083"/>
              <a:gd name="connsiteY9-300" fmla="*/ 2596054 h 4939862"/>
              <a:gd name="connsiteX10-301" fmla="*/ 3825766 w 4656083"/>
              <a:gd name="connsiteY10-302" fmla="*/ 2259724 h 4939862"/>
              <a:gd name="connsiteX11-303" fmla="*/ 3783725 w 4656083"/>
              <a:gd name="connsiteY11-304" fmla="*/ 2060027 h 4939862"/>
              <a:gd name="connsiteX12-305" fmla="*/ 3689131 w 4656083"/>
              <a:gd name="connsiteY12-306" fmla="*/ 1881351 h 4939862"/>
              <a:gd name="connsiteX13-307" fmla="*/ 3447393 w 4656083"/>
              <a:gd name="connsiteY13-308" fmla="*/ 1723696 h 4939862"/>
              <a:gd name="connsiteX14-309" fmla="*/ 4498428 w 4656083"/>
              <a:gd name="connsiteY14-310" fmla="*/ 1587062 h 4939862"/>
              <a:gd name="connsiteX15-311" fmla="*/ 4656083 w 4656083"/>
              <a:gd name="connsiteY15-312" fmla="*/ 2921875 h 4939862"/>
              <a:gd name="connsiteX16-313" fmla="*/ 4508938 w 4656083"/>
              <a:gd name="connsiteY16-314" fmla="*/ 4561489 h 4939862"/>
              <a:gd name="connsiteX17-315" fmla="*/ 3499945 w 4656083"/>
              <a:gd name="connsiteY17-316" fmla="*/ 4939862 h 4939862"/>
              <a:gd name="connsiteX18-317" fmla="*/ 105104 w 4656083"/>
              <a:gd name="connsiteY18-318" fmla="*/ 4897820 h 4939862"/>
              <a:gd name="connsiteX19-319" fmla="*/ 0 w 4656083"/>
              <a:gd name="connsiteY19-320" fmla="*/ 0 h 4939862"/>
              <a:gd name="connsiteX0-321" fmla="*/ 0 w 4656083"/>
              <a:gd name="connsiteY0-322" fmla="*/ 0 h 4939862"/>
              <a:gd name="connsiteX1-323" fmla="*/ 0 w 4656083"/>
              <a:gd name="connsiteY1-324" fmla="*/ 0 h 4939862"/>
              <a:gd name="connsiteX2-325" fmla="*/ 94593 w 4656083"/>
              <a:gd name="connsiteY2-326" fmla="*/ 10510 h 4939862"/>
              <a:gd name="connsiteX3-327" fmla="*/ 2375338 w 4656083"/>
              <a:gd name="connsiteY3-328" fmla="*/ 42041 h 4939862"/>
              <a:gd name="connsiteX4-329" fmla="*/ 2375338 w 4656083"/>
              <a:gd name="connsiteY4-330" fmla="*/ 1418896 h 4939862"/>
              <a:gd name="connsiteX5-331" fmla="*/ 1692166 w 4656083"/>
              <a:gd name="connsiteY5-332" fmla="*/ 1923393 h 4939862"/>
              <a:gd name="connsiteX6-333" fmla="*/ 1555531 w 4656083"/>
              <a:gd name="connsiteY6-334" fmla="*/ 2469930 h 4939862"/>
              <a:gd name="connsiteX7-335" fmla="*/ 3132083 w 4656083"/>
              <a:gd name="connsiteY7-336" fmla="*/ 3090041 h 4939862"/>
              <a:gd name="connsiteX8-337" fmla="*/ 3605049 w 4656083"/>
              <a:gd name="connsiteY8-338" fmla="*/ 2869324 h 4939862"/>
              <a:gd name="connsiteX9-339" fmla="*/ 3804745 w 4656083"/>
              <a:gd name="connsiteY9-340" fmla="*/ 2596054 h 4939862"/>
              <a:gd name="connsiteX10-341" fmla="*/ 3825766 w 4656083"/>
              <a:gd name="connsiteY10-342" fmla="*/ 2259724 h 4939862"/>
              <a:gd name="connsiteX11-343" fmla="*/ 3783725 w 4656083"/>
              <a:gd name="connsiteY11-344" fmla="*/ 2060027 h 4939862"/>
              <a:gd name="connsiteX12-345" fmla="*/ 3689131 w 4656083"/>
              <a:gd name="connsiteY12-346" fmla="*/ 1881351 h 4939862"/>
              <a:gd name="connsiteX13-347" fmla="*/ 3447393 w 4656083"/>
              <a:gd name="connsiteY13-348" fmla="*/ 1723696 h 4939862"/>
              <a:gd name="connsiteX14-349" fmla="*/ 4498428 w 4656083"/>
              <a:gd name="connsiteY14-350" fmla="*/ 1587062 h 4939862"/>
              <a:gd name="connsiteX15-351" fmla="*/ 4656083 w 4656083"/>
              <a:gd name="connsiteY15-352" fmla="*/ 2921875 h 4939862"/>
              <a:gd name="connsiteX16-353" fmla="*/ 4508938 w 4656083"/>
              <a:gd name="connsiteY16-354" fmla="*/ 4561489 h 4939862"/>
              <a:gd name="connsiteX17-355" fmla="*/ 3499945 w 4656083"/>
              <a:gd name="connsiteY17-356" fmla="*/ 4939862 h 4939862"/>
              <a:gd name="connsiteX18-357" fmla="*/ 105104 w 4656083"/>
              <a:gd name="connsiteY18-358" fmla="*/ 4897820 h 4939862"/>
              <a:gd name="connsiteX19-359" fmla="*/ 0 w 4656083"/>
              <a:gd name="connsiteY19-360" fmla="*/ 0 h 4939862"/>
              <a:gd name="connsiteX0-361" fmla="*/ 0 w 4656083"/>
              <a:gd name="connsiteY0-362" fmla="*/ 0 h 4939862"/>
              <a:gd name="connsiteX1-363" fmla="*/ 0 w 4656083"/>
              <a:gd name="connsiteY1-364" fmla="*/ 0 h 4939862"/>
              <a:gd name="connsiteX2-365" fmla="*/ 94593 w 4656083"/>
              <a:gd name="connsiteY2-366" fmla="*/ 10510 h 4939862"/>
              <a:gd name="connsiteX3-367" fmla="*/ 2375338 w 4656083"/>
              <a:gd name="connsiteY3-368" fmla="*/ 42041 h 4939862"/>
              <a:gd name="connsiteX4-369" fmla="*/ 2438400 w 4656083"/>
              <a:gd name="connsiteY4-370" fmla="*/ 1471447 h 4939862"/>
              <a:gd name="connsiteX5-371" fmla="*/ 1692166 w 4656083"/>
              <a:gd name="connsiteY5-372" fmla="*/ 1923393 h 4939862"/>
              <a:gd name="connsiteX6-373" fmla="*/ 1555531 w 4656083"/>
              <a:gd name="connsiteY6-374" fmla="*/ 2469930 h 4939862"/>
              <a:gd name="connsiteX7-375" fmla="*/ 3132083 w 4656083"/>
              <a:gd name="connsiteY7-376" fmla="*/ 3090041 h 4939862"/>
              <a:gd name="connsiteX8-377" fmla="*/ 3605049 w 4656083"/>
              <a:gd name="connsiteY8-378" fmla="*/ 2869324 h 4939862"/>
              <a:gd name="connsiteX9-379" fmla="*/ 3804745 w 4656083"/>
              <a:gd name="connsiteY9-380" fmla="*/ 2596054 h 4939862"/>
              <a:gd name="connsiteX10-381" fmla="*/ 3825766 w 4656083"/>
              <a:gd name="connsiteY10-382" fmla="*/ 2259724 h 4939862"/>
              <a:gd name="connsiteX11-383" fmla="*/ 3783725 w 4656083"/>
              <a:gd name="connsiteY11-384" fmla="*/ 2060027 h 4939862"/>
              <a:gd name="connsiteX12-385" fmla="*/ 3689131 w 4656083"/>
              <a:gd name="connsiteY12-386" fmla="*/ 1881351 h 4939862"/>
              <a:gd name="connsiteX13-387" fmla="*/ 3447393 w 4656083"/>
              <a:gd name="connsiteY13-388" fmla="*/ 1723696 h 4939862"/>
              <a:gd name="connsiteX14-389" fmla="*/ 4498428 w 4656083"/>
              <a:gd name="connsiteY14-390" fmla="*/ 1587062 h 4939862"/>
              <a:gd name="connsiteX15-391" fmla="*/ 4656083 w 4656083"/>
              <a:gd name="connsiteY15-392" fmla="*/ 2921875 h 4939862"/>
              <a:gd name="connsiteX16-393" fmla="*/ 4508938 w 4656083"/>
              <a:gd name="connsiteY16-394" fmla="*/ 4561489 h 4939862"/>
              <a:gd name="connsiteX17-395" fmla="*/ 3499945 w 4656083"/>
              <a:gd name="connsiteY17-396" fmla="*/ 4939862 h 4939862"/>
              <a:gd name="connsiteX18-397" fmla="*/ 105104 w 4656083"/>
              <a:gd name="connsiteY18-398" fmla="*/ 4897820 h 4939862"/>
              <a:gd name="connsiteX19-399" fmla="*/ 0 w 4656083"/>
              <a:gd name="connsiteY19-400" fmla="*/ 0 h 4939862"/>
              <a:gd name="connsiteX0-401" fmla="*/ 0 w 4656083"/>
              <a:gd name="connsiteY0-402" fmla="*/ 0 h 4939862"/>
              <a:gd name="connsiteX1-403" fmla="*/ 0 w 4656083"/>
              <a:gd name="connsiteY1-404" fmla="*/ 0 h 4939862"/>
              <a:gd name="connsiteX2-405" fmla="*/ 94593 w 4656083"/>
              <a:gd name="connsiteY2-406" fmla="*/ 10510 h 4939862"/>
              <a:gd name="connsiteX3-407" fmla="*/ 2375338 w 4656083"/>
              <a:gd name="connsiteY3-408" fmla="*/ 42041 h 4939862"/>
              <a:gd name="connsiteX4-409" fmla="*/ 2438400 w 4656083"/>
              <a:gd name="connsiteY4-410" fmla="*/ 1471447 h 4939862"/>
              <a:gd name="connsiteX5-411" fmla="*/ 1692166 w 4656083"/>
              <a:gd name="connsiteY5-412" fmla="*/ 1923393 h 4939862"/>
              <a:gd name="connsiteX6-413" fmla="*/ 1555531 w 4656083"/>
              <a:gd name="connsiteY6-414" fmla="*/ 2469930 h 4939862"/>
              <a:gd name="connsiteX7-415" fmla="*/ 3132083 w 4656083"/>
              <a:gd name="connsiteY7-416" fmla="*/ 3090041 h 4939862"/>
              <a:gd name="connsiteX8-417" fmla="*/ 3605049 w 4656083"/>
              <a:gd name="connsiteY8-418" fmla="*/ 2869324 h 4939862"/>
              <a:gd name="connsiteX9-419" fmla="*/ 3804745 w 4656083"/>
              <a:gd name="connsiteY9-420" fmla="*/ 2596054 h 4939862"/>
              <a:gd name="connsiteX10-421" fmla="*/ 3825766 w 4656083"/>
              <a:gd name="connsiteY10-422" fmla="*/ 2259724 h 4939862"/>
              <a:gd name="connsiteX11-423" fmla="*/ 3783725 w 4656083"/>
              <a:gd name="connsiteY11-424" fmla="*/ 2060027 h 4939862"/>
              <a:gd name="connsiteX12-425" fmla="*/ 3689131 w 4656083"/>
              <a:gd name="connsiteY12-426" fmla="*/ 1881351 h 4939862"/>
              <a:gd name="connsiteX13-427" fmla="*/ 3447393 w 4656083"/>
              <a:gd name="connsiteY13-428" fmla="*/ 1723696 h 4939862"/>
              <a:gd name="connsiteX14-429" fmla="*/ 4498428 w 4656083"/>
              <a:gd name="connsiteY14-430" fmla="*/ 1587062 h 4939862"/>
              <a:gd name="connsiteX15-431" fmla="*/ 4656083 w 4656083"/>
              <a:gd name="connsiteY15-432" fmla="*/ 2921875 h 4939862"/>
              <a:gd name="connsiteX16-433" fmla="*/ 4508938 w 4656083"/>
              <a:gd name="connsiteY16-434" fmla="*/ 4561489 h 4939862"/>
              <a:gd name="connsiteX17-435" fmla="*/ 3499945 w 4656083"/>
              <a:gd name="connsiteY17-436" fmla="*/ 4939862 h 4939862"/>
              <a:gd name="connsiteX18-437" fmla="*/ 105104 w 4656083"/>
              <a:gd name="connsiteY18-438" fmla="*/ 4897820 h 4939862"/>
              <a:gd name="connsiteX19-439" fmla="*/ 0 w 4656083"/>
              <a:gd name="connsiteY19-440" fmla="*/ 0 h 4939862"/>
              <a:gd name="connsiteX0-441" fmla="*/ 126410 w 4656369"/>
              <a:gd name="connsiteY0-442" fmla="*/ 234571 h 4953715"/>
              <a:gd name="connsiteX1-443" fmla="*/ 286 w 4656369"/>
              <a:gd name="connsiteY1-444" fmla="*/ 13853 h 4953715"/>
              <a:gd name="connsiteX2-445" fmla="*/ 94879 w 4656369"/>
              <a:gd name="connsiteY2-446" fmla="*/ 24363 h 4953715"/>
              <a:gd name="connsiteX3-447" fmla="*/ 2375624 w 4656369"/>
              <a:gd name="connsiteY3-448" fmla="*/ 55894 h 4953715"/>
              <a:gd name="connsiteX4-449" fmla="*/ 2438686 w 4656369"/>
              <a:gd name="connsiteY4-450" fmla="*/ 1485300 h 4953715"/>
              <a:gd name="connsiteX5-451" fmla="*/ 1692452 w 4656369"/>
              <a:gd name="connsiteY5-452" fmla="*/ 1937246 h 4953715"/>
              <a:gd name="connsiteX6-453" fmla="*/ 1555817 w 4656369"/>
              <a:gd name="connsiteY6-454" fmla="*/ 2483783 h 4953715"/>
              <a:gd name="connsiteX7-455" fmla="*/ 3132369 w 4656369"/>
              <a:gd name="connsiteY7-456" fmla="*/ 3103894 h 4953715"/>
              <a:gd name="connsiteX8-457" fmla="*/ 3605335 w 4656369"/>
              <a:gd name="connsiteY8-458" fmla="*/ 2883177 h 4953715"/>
              <a:gd name="connsiteX9-459" fmla="*/ 3805031 w 4656369"/>
              <a:gd name="connsiteY9-460" fmla="*/ 2609907 h 4953715"/>
              <a:gd name="connsiteX10-461" fmla="*/ 3826052 w 4656369"/>
              <a:gd name="connsiteY10-462" fmla="*/ 2273577 h 4953715"/>
              <a:gd name="connsiteX11-463" fmla="*/ 3784011 w 4656369"/>
              <a:gd name="connsiteY11-464" fmla="*/ 2073880 h 4953715"/>
              <a:gd name="connsiteX12-465" fmla="*/ 3689417 w 4656369"/>
              <a:gd name="connsiteY12-466" fmla="*/ 1895204 h 4953715"/>
              <a:gd name="connsiteX13-467" fmla="*/ 3447679 w 4656369"/>
              <a:gd name="connsiteY13-468" fmla="*/ 1737549 h 4953715"/>
              <a:gd name="connsiteX14-469" fmla="*/ 4498714 w 4656369"/>
              <a:gd name="connsiteY14-470" fmla="*/ 1600915 h 4953715"/>
              <a:gd name="connsiteX15-471" fmla="*/ 4656369 w 4656369"/>
              <a:gd name="connsiteY15-472" fmla="*/ 2935728 h 4953715"/>
              <a:gd name="connsiteX16-473" fmla="*/ 4509224 w 4656369"/>
              <a:gd name="connsiteY16-474" fmla="*/ 4575342 h 4953715"/>
              <a:gd name="connsiteX17-475" fmla="*/ 3500231 w 4656369"/>
              <a:gd name="connsiteY17-476" fmla="*/ 4953715 h 4953715"/>
              <a:gd name="connsiteX18-477" fmla="*/ 105390 w 4656369"/>
              <a:gd name="connsiteY18-478" fmla="*/ 4911673 h 4953715"/>
              <a:gd name="connsiteX19-479" fmla="*/ 126410 w 4656369"/>
              <a:gd name="connsiteY19-480" fmla="*/ 234571 h 4953715"/>
              <a:gd name="connsiteX0-481" fmla="*/ 190699 w 4720658"/>
              <a:gd name="connsiteY0-482" fmla="*/ 417353 h 5136497"/>
              <a:gd name="connsiteX1-483" fmla="*/ 159168 w 4720658"/>
              <a:gd name="connsiteY1-484" fmla="*/ 207145 h 5136497"/>
              <a:gd name="connsiteX2-485" fmla="*/ 2439913 w 4720658"/>
              <a:gd name="connsiteY2-486" fmla="*/ 238676 h 5136497"/>
              <a:gd name="connsiteX3-487" fmla="*/ 2502975 w 4720658"/>
              <a:gd name="connsiteY3-488" fmla="*/ 1668082 h 5136497"/>
              <a:gd name="connsiteX4-489" fmla="*/ 1756741 w 4720658"/>
              <a:gd name="connsiteY4-490" fmla="*/ 2120028 h 5136497"/>
              <a:gd name="connsiteX5-491" fmla="*/ 1620106 w 4720658"/>
              <a:gd name="connsiteY5-492" fmla="*/ 2666565 h 5136497"/>
              <a:gd name="connsiteX6-493" fmla="*/ 3196658 w 4720658"/>
              <a:gd name="connsiteY6-494" fmla="*/ 3286676 h 5136497"/>
              <a:gd name="connsiteX7-495" fmla="*/ 3669624 w 4720658"/>
              <a:gd name="connsiteY7-496" fmla="*/ 3065959 h 5136497"/>
              <a:gd name="connsiteX8-497" fmla="*/ 3869320 w 4720658"/>
              <a:gd name="connsiteY8-498" fmla="*/ 2792689 h 5136497"/>
              <a:gd name="connsiteX9-499" fmla="*/ 3890341 w 4720658"/>
              <a:gd name="connsiteY9-500" fmla="*/ 2456359 h 5136497"/>
              <a:gd name="connsiteX10-501" fmla="*/ 3848300 w 4720658"/>
              <a:gd name="connsiteY10-502" fmla="*/ 2256662 h 5136497"/>
              <a:gd name="connsiteX11-503" fmla="*/ 3753706 w 4720658"/>
              <a:gd name="connsiteY11-504" fmla="*/ 2077986 h 5136497"/>
              <a:gd name="connsiteX12-505" fmla="*/ 3511968 w 4720658"/>
              <a:gd name="connsiteY12-506" fmla="*/ 1920331 h 5136497"/>
              <a:gd name="connsiteX13-507" fmla="*/ 4563003 w 4720658"/>
              <a:gd name="connsiteY13-508" fmla="*/ 1783697 h 5136497"/>
              <a:gd name="connsiteX14-509" fmla="*/ 4720658 w 4720658"/>
              <a:gd name="connsiteY14-510" fmla="*/ 3118510 h 5136497"/>
              <a:gd name="connsiteX15-511" fmla="*/ 4573513 w 4720658"/>
              <a:gd name="connsiteY15-512" fmla="*/ 4758124 h 5136497"/>
              <a:gd name="connsiteX16-513" fmla="*/ 3564520 w 4720658"/>
              <a:gd name="connsiteY16-514" fmla="*/ 5136497 h 5136497"/>
              <a:gd name="connsiteX17-515" fmla="*/ 169679 w 4720658"/>
              <a:gd name="connsiteY17-516" fmla="*/ 5094455 h 5136497"/>
              <a:gd name="connsiteX18-517" fmla="*/ 190699 w 4720658"/>
              <a:gd name="connsiteY18-518" fmla="*/ 417353 h 5136497"/>
              <a:gd name="connsiteX0-519" fmla="*/ 21020 w 4550979"/>
              <a:gd name="connsiteY0-520" fmla="*/ 476180 h 5195324"/>
              <a:gd name="connsiteX1-521" fmla="*/ 2270234 w 4550979"/>
              <a:gd name="connsiteY1-522" fmla="*/ 297503 h 5195324"/>
              <a:gd name="connsiteX2-523" fmla="*/ 2333296 w 4550979"/>
              <a:gd name="connsiteY2-524" fmla="*/ 1726909 h 5195324"/>
              <a:gd name="connsiteX3-525" fmla="*/ 1587062 w 4550979"/>
              <a:gd name="connsiteY3-526" fmla="*/ 2178855 h 5195324"/>
              <a:gd name="connsiteX4-527" fmla="*/ 1450427 w 4550979"/>
              <a:gd name="connsiteY4-528" fmla="*/ 2725392 h 5195324"/>
              <a:gd name="connsiteX5-529" fmla="*/ 3026979 w 4550979"/>
              <a:gd name="connsiteY5-530" fmla="*/ 3345503 h 5195324"/>
              <a:gd name="connsiteX6-531" fmla="*/ 3499945 w 4550979"/>
              <a:gd name="connsiteY6-532" fmla="*/ 3124786 h 5195324"/>
              <a:gd name="connsiteX7-533" fmla="*/ 3699641 w 4550979"/>
              <a:gd name="connsiteY7-534" fmla="*/ 2851516 h 5195324"/>
              <a:gd name="connsiteX8-535" fmla="*/ 3720662 w 4550979"/>
              <a:gd name="connsiteY8-536" fmla="*/ 2515186 h 5195324"/>
              <a:gd name="connsiteX9-537" fmla="*/ 3678621 w 4550979"/>
              <a:gd name="connsiteY9-538" fmla="*/ 2315489 h 5195324"/>
              <a:gd name="connsiteX10-539" fmla="*/ 3584027 w 4550979"/>
              <a:gd name="connsiteY10-540" fmla="*/ 2136813 h 5195324"/>
              <a:gd name="connsiteX11-541" fmla="*/ 3342289 w 4550979"/>
              <a:gd name="connsiteY11-542" fmla="*/ 1979158 h 5195324"/>
              <a:gd name="connsiteX12-543" fmla="*/ 4393324 w 4550979"/>
              <a:gd name="connsiteY12-544" fmla="*/ 1842524 h 5195324"/>
              <a:gd name="connsiteX13-545" fmla="*/ 4550979 w 4550979"/>
              <a:gd name="connsiteY13-546" fmla="*/ 3177337 h 5195324"/>
              <a:gd name="connsiteX14-547" fmla="*/ 4403834 w 4550979"/>
              <a:gd name="connsiteY14-548" fmla="*/ 4816951 h 5195324"/>
              <a:gd name="connsiteX15-549" fmla="*/ 3394841 w 4550979"/>
              <a:gd name="connsiteY15-550" fmla="*/ 5195324 h 5195324"/>
              <a:gd name="connsiteX16-551" fmla="*/ 0 w 4550979"/>
              <a:gd name="connsiteY16-552" fmla="*/ 5153282 h 5195324"/>
              <a:gd name="connsiteX17-553" fmla="*/ 21020 w 4550979"/>
              <a:gd name="connsiteY17-554" fmla="*/ 476180 h 5195324"/>
              <a:gd name="connsiteX0-555" fmla="*/ 21020 w 4550979"/>
              <a:gd name="connsiteY0-556" fmla="*/ 258442 h 4977586"/>
              <a:gd name="connsiteX1-557" fmla="*/ 2270234 w 4550979"/>
              <a:gd name="connsiteY1-558" fmla="*/ 79765 h 4977586"/>
              <a:gd name="connsiteX2-559" fmla="*/ 2333296 w 4550979"/>
              <a:gd name="connsiteY2-560" fmla="*/ 1509171 h 4977586"/>
              <a:gd name="connsiteX3-561" fmla="*/ 1587062 w 4550979"/>
              <a:gd name="connsiteY3-562" fmla="*/ 1961117 h 4977586"/>
              <a:gd name="connsiteX4-563" fmla="*/ 1450427 w 4550979"/>
              <a:gd name="connsiteY4-564" fmla="*/ 2507654 h 4977586"/>
              <a:gd name="connsiteX5-565" fmla="*/ 3026979 w 4550979"/>
              <a:gd name="connsiteY5-566" fmla="*/ 3127765 h 4977586"/>
              <a:gd name="connsiteX6-567" fmla="*/ 3499945 w 4550979"/>
              <a:gd name="connsiteY6-568" fmla="*/ 2907048 h 4977586"/>
              <a:gd name="connsiteX7-569" fmla="*/ 3699641 w 4550979"/>
              <a:gd name="connsiteY7-570" fmla="*/ 2633778 h 4977586"/>
              <a:gd name="connsiteX8-571" fmla="*/ 3720662 w 4550979"/>
              <a:gd name="connsiteY8-572" fmla="*/ 2297448 h 4977586"/>
              <a:gd name="connsiteX9-573" fmla="*/ 3678621 w 4550979"/>
              <a:gd name="connsiteY9-574" fmla="*/ 2097751 h 4977586"/>
              <a:gd name="connsiteX10-575" fmla="*/ 3584027 w 4550979"/>
              <a:gd name="connsiteY10-576" fmla="*/ 1919075 h 4977586"/>
              <a:gd name="connsiteX11-577" fmla="*/ 3342289 w 4550979"/>
              <a:gd name="connsiteY11-578" fmla="*/ 1761420 h 4977586"/>
              <a:gd name="connsiteX12-579" fmla="*/ 4393324 w 4550979"/>
              <a:gd name="connsiteY12-580" fmla="*/ 1624786 h 4977586"/>
              <a:gd name="connsiteX13-581" fmla="*/ 4550979 w 4550979"/>
              <a:gd name="connsiteY13-582" fmla="*/ 2959599 h 4977586"/>
              <a:gd name="connsiteX14-583" fmla="*/ 4403834 w 4550979"/>
              <a:gd name="connsiteY14-584" fmla="*/ 4599213 h 4977586"/>
              <a:gd name="connsiteX15-585" fmla="*/ 3394841 w 4550979"/>
              <a:gd name="connsiteY15-586" fmla="*/ 4977586 h 4977586"/>
              <a:gd name="connsiteX16-587" fmla="*/ 0 w 4550979"/>
              <a:gd name="connsiteY16-588" fmla="*/ 4935544 h 4977586"/>
              <a:gd name="connsiteX17-589" fmla="*/ 21020 w 4550979"/>
              <a:gd name="connsiteY17-590" fmla="*/ 258442 h 4977586"/>
              <a:gd name="connsiteX0-591" fmla="*/ 21020 w 4550979"/>
              <a:gd name="connsiteY0-592" fmla="*/ 178677 h 4897821"/>
              <a:gd name="connsiteX1-593" fmla="*/ 2270234 w 4550979"/>
              <a:gd name="connsiteY1-594" fmla="*/ 0 h 4897821"/>
              <a:gd name="connsiteX2-595" fmla="*/ 2333296 w 4550979"/>
              <a:gd name="connsiteY2-596" fmla="*/ 1429406 h 4897821"/>
              <a:gd name="connsiteX3-597" fmla="*/ 1587062 w 4550979"/>
              <a:gd name="connsiteY3-598" fmla="*/ 1881352 h 4897821"/>
              <a:gd name="connsiteX4-599" fmla="*/ 1450427 w 4550979"/>
              <a:gd name="connsiteY4-600" fmla="*/ 2427889 h 4897821"/>
              <a:gd name="connsiteX5-601" fmla="*/ 3026979 w 4550979"/>
              <a:gd name="connsiteY5-602" fmla="*/ 3048000 h 4897821"/>
              <a:gd name="connsiteX6-603" fmla="*/ 3499945 w 4550979"/>
              <a:gd name="connsiteY6-604" fmla="*/ 2827283 h 4897821"/>
              <a:gd name="connsiteX7-605" fmla="*/ 3699641 w 4550979"/>
              <a:gd name="connsiteY7-606" fmla="*/ 2554013 h 4897821"/>
              <a:gd name="connsiteX8-607" fmla="*/ 3720662 w 4550979"/>
              <a:gd name="connsiteY8-608" fmla="*/ 2217683 h 4897821"/>
              <a:gd name="connsiteX9-609" fmla="*/ 3678621 w 4550979"/>
              <a:gd name="connsiteY9-610" fmla="*/ 2017986 h 4897821"/>
              <a:gd name="connsiteX10-611" fmla="*/ 3584027 w 4550979"/>
              <a:gd name="connsiteY10-612" fmla="*/ 1839310 h 4897821"/>
              <a:gd name="connsiteX11-613" fmla="*/ 3342289 w 4550979"/>
              <a:gd name="connsiteY11-614" fmla="*/ 1681655 h 4897821"/>
              <a:gd name="connsiteX12-615" fmla="*/ 4393324 w 4550979"/>
              <a:gd name="connsiteY12-616" fmla="*/ 1545021 h 4897821"/>
              <a:gd name="connsiteX13-617" fmla="*/ 4550979 w 4550979"/>
              <a:gd name="connsiteY13-618" fmla="*/ 2879834 h 4897821"/>
              <a:gd name="connsiteX14-619" fmla="*/ 4403834 w 4550979"/>
              <a:gd name="connsiteY14-620" fmla="*/ 4519448 h 4897821"/>
              <a:gd name="connsiteX15-621" fmla="*/ 3394841 w 4550979"/>
              <a:gd name="connsiteY15-622" fmla="*/ 4897821 h 4897821"/>
              <a:gd name="connsiteX16-623" fmla="*/ 0 w 4550979"/>
              <a:gd name="connsiteY16-624" fmla="*/ 4855779 h 4897821"/>
              <a:gd name="connsiteX17-625" fmla="*/ 21020 w 4550979"/>
              <a:gd name="connsiteY17-626" fmla="*/ 178677 h 489782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13</a:t>
            </a:fld>
            <a:endParaRPr lang="en-US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/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/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/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/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/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/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/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/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/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/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/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/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/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/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/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/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/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MS PGothic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MS PGothic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14</a:t>
            </a:fld>
            <a:endParaRPr lang="en-US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/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2" name="Line 7"/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/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/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/>
          <p:cNvGrpSpPr/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/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9" name="Rectangle 73"/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50" name="Freeform 74"/>
          <p:cNvSpPr/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/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/>
          <p:cNvGrpSpPr/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/>
          <p:cNvGrpSpPr/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/>
          <p:cNvGrpSpPr/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/>
          <p:cNvGrpSpPr/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/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/>
          <p:cNvGrpSpPr/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/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/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/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/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/>
          <p:cNvSpPr/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/>
          <p:cNvSpPr/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/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0" name="Text Box 45"/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/>
          <p:cNvSpPr/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/>
          <p:cNvSpPr/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/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/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/>
          <p:cNvSpPr/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/>
          <p:cNvSpPr/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/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58" name="Group 37"/>
          <p:cNvGrpSpPr/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/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/>
            <p:cNvSpPr/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/>
            <p:cNvSpPr/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/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/>
          <p:cNvGrpSpPr/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/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/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/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/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/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/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/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/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/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/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/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/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/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/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/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/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/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/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/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/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/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/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/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/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/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/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/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/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/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/>
            <p:cNvSpPr/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/>
          <p:cNvGrpSpPr/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/>
            <p:cNvGrpSpPr/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/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/>
              <p:cNvSpPr/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/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/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/>
            <p:cNvSpPr/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/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/>
          <p:cNvGrpSpPr/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/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2" name="Line 7"/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/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/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/>
          <p:cNvGrpSpPr/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/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9" name="Rectangle 73"/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50" name="Freeform 74"/>
          <p:cNvSpPr/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/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/>
          <p:cNvGrpSpPr/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/>
          <p:cNvGrpSpPr/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/>
          <p:cNvGrpSpPr/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/>
          <p:cNvGrpSpPr/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/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/>
          <p:cNvGrpSpPr/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/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/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/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/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/>
          <p:cNvSpPr/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/>
          <p:cNvSpPr/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/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0" name="Text Box 45"/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/>
          <p:cNvSpPr/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/>
          <p:cNvSpPr/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/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/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/>
          <p:cNvSpPr/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/>
          <p:cNvSpPr/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/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02" name="Group 326"/>
          <p:cNvGrpSpPr/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/>
          <p:cNvGrpSpPr/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/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/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/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287655" marR="0" lvl="0" indent="-28765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0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/>
            <p:cNvGrpSpPr/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/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/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/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/>
            <p:cNvSpPr/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/>
              <p:cNvSpPr/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/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/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/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/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/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/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/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/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/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/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/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/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16</a:t>
            </a:fld>
            <a:endParaRPr lang="en-US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/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/>
            <p:cNvSpPr/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/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/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/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/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/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/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/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/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/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/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/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/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/>
          <p:cNvSpPr/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/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" name="Oval 12"/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8" name="Line 15"/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/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/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1" name="Text Box 45"/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/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/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/>
          <p:cNvGrpSpPr/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/>
            <p:cNvSpPr/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/>
            <p:cNvSpPr/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/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/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/>
            <p:cNvSpPr/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/>
            <p:cNvSpPr/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/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/>
          <p:cNvGrpSpPr/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/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/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/>
          <p:cNvSpPr/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/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/>
          <p:cNvSpPr/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/>
          <p:cNvGrpSpPr/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/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/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/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38505" indent="-2813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8080" indent="-23368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MS PGothic" panose="020B0600070205080204" pitchFamily="34" charset="-128"/>
              <a:cs typeface="+mn-cs"/>
            </a:endParaRP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telephone line to central office DSLAM</a:t>
            </a:r>
          </a:p>
          <a:p>
            <a:pPr marL="1148080" marR="0" lvl="2" indent="-23368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data over DSL phone line goes to Internet</a:t>
            </a:r>
          </a:p>
          <a:p>
            <a:pPr marL="1148080" marR="0" lvl="2" indent="-23368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/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" name="Line 7"/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/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/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/>
          <p:cNvGrpSpPr/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/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" name="Rectangle 103"/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" name="Freeform 104"/>
          <p:cNvSpPr/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/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60" name="Clip" r:id="rId4" imgW="9515475" imgH="6705600" progId="MS_ClipArt_Gallery.2">
                  <p:embed/>
                </p:oleObj>
              </mc:Choice>
              <mc:Fallback>
                <p:oleObj name="Clip" r:id="rId4" imgW="9515475" imgH="6705600" progId="MS_ClipArt_Gallery.2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/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/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9" name="Group 136"/>
          <p:cNvGrpSpPr/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/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/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/>
          <p:cNvGrpSpPr/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/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" name="Text Box 26"/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/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9" name="Group 105"/>
          <p:cNvGrpSpPr/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/>
            <p:cNvGrpSpPr/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/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/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/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/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/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/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/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/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/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/>
          <p:cNvGrpSpPr/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/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/>
          <p:cNvGrpSpPr/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/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/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/>
          <p:cNvGrpSpPr/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/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/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/>
          <p:cNvGrpSpPr/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/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/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/>
          <p:cNvGrpSpPr/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/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/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/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/>
          <p:cNvGrpSpPr/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/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/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33" name="Group 150"/>
          <p:cNvGrpSpPr/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/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/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/>
          <p:cNvGrpSpPr/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/>
          <p:cNvGrpSpPr/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/>
          <p:cNvGrpSpPr/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/>
          <p:cNvGrpSpPr/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/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/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/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/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/>
            <p:cNvGrpSpPr/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/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/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/>
            <p:cNvGrpSpPr/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/>
            <p:cNvGrpSpPr/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/>
              <p:cNvSpPr/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/>
              <p:cNvSpPr/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/>
              <p:cNvSpPr/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/>
              <p:cNvSpPr/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/>
              <p:cNvSpPr/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/>
              <p:cNvSpPr/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/>
              <p:cNvSpPr/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/>
              <p:cNvGrpSpPr/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/>
              <p:cNvSpPr/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/>
              <p:cNvSpPr/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/>
              <p:cNvSpPr/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/>
              <p:cNvSpPr/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/>
              <p:cNvSpPr/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/>
              <p:cNvSpPr/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/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/>
            <p:cNvGrpSpPr/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/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/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/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/>
            <p:cNvSpPr/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/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/>
            <p:cNvGrpSpPr/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/>
            <p:cNvGrpSpPr/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/>
              <p:cNvGrpSpPr/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/>
            <p:cNvGrpSpPr/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/>
              <p:cNvSpPr/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/>
              <p:cNvSpPr/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/>
              <p:cNvSpPr/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/>
              <p:cNvSpPr/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/>
              <p:cNvSpPr/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/>
              <p:cNvSpPr/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/>
              <p:cNvSpPr/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/>
              <p:cNvGrpSpPr/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/>
              <p:cNvSpPr/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/>
              <p:cNvSpPr/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/>
              <p:cNvSpPr/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/>
              <p:cNvSpPr/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/>
              <p:cNvSpPr/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/>
              <p:cNvSpPr/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/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/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/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MS PGothic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4G cellular networks (5G coming)</a:t>
              </a:r>
            </a:p>
          </p:txBody>
        </p:sp>
        <p:grpSp>
          <p:nvGrpSpPr>
            <p:cNvPr id="528" name="Group 527"/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19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/>
          <p:cNvSpPr txBox="1"/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655" marR="0" lvl="1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330" marR="0" lvl="2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330" marR="0" lvl="2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/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/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/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/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/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/>
          <p:cNvGrpSpPr/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/>
          <p:cNvGrpSpPr/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/>
          <p:cNvGrpSpPr/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/>
          <p:cNvGrpSpPr/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/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/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/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/>
          <p:cNvGrpSpPr/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" name="Oval 25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" name="Oval 26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" name="Oval 26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/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/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/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/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/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/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/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/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/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5" name="Line 359"/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/>
          <p:cNvGrpSpPr/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7" name="Oval 38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" name="Oval 39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" name="Oval 39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/>
          <p:cNvGrpSpPr/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/>
          <p:cNvGrpSpPr/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/>
          <p:cNvGrpSpPr/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/>
          <p:cNvGrpSpPr/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/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/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/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/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/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20</a:t>
            </a:fld>
            <a:endParaRPr lang="en-US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/>
          <p:cNvSpPr txBox="1"/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/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/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/>
            <p:cNvGrpSpPr/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/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/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/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/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/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/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/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/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/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/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/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/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/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/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/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/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/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/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/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/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/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/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/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/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/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/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/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/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/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/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/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/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/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/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/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/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21</a:t>
            </a:fld>
            <a:endParaRPr lang="en-US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Host: sends </a:t>
            </a:r>
            <a:r>
              <a:rPr lang="en-US" altLang="en-US" sz="5400" b="0" i="1" dirty="0">
                <a:ea typeface="MS PGothic" panose="020B0600070205080204" pitchFamily="34" charset="-128"/>
              </a:rPr>
              <a:t>packets</a:t>
            </a:r>
            <a:r>
              <a:rPr lang="en-US" altLang="en-US" sz="5400" b="0" dirty="0">
                <a:ea typeface="MS PGothic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/>
          <p:cNvSpPr txBox="1"/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/>
          <p:cNvGrpSpPr/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/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/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-1" fmla="*/ 928688 w 1895475"/>
                <a:gd name="connsiteY0-2" fmla="*/ 0 h 2138362"/>
                <a:gd name="connsiteX1-3" fmla="*/ 0 w 1895475"/>
                <a:gd name="connsiteY1-4" fmla="*/ 461963 h 2138362"/>
                <a:gd name="connsiteX2-5" fmla="*/ 1895475 w 1895475"/>
                <a:gd name="connsiteY2-6" fmla="*/ 2138362 h 2138362"/>
                <a:gd name="connsiteX3-7" fmla="*/ 1890713 w 1895475"/>
                <a:gd name="connsiteY3-8" fmla="*/ 742950 h 2138362"/>
                <a:gd name="connsiteX4-9" fmla="*/ 928688 w 1895475"/>
                <a:gd name="connsiteY4-10" fmla="*/ 0 h 2138362"/>
                <a:gd name="connsiteX0-11" fmla="*/ 247650 w 1895475"/>
                <a:gd name="connsiteY0-12" fmla="*/ 0 h 1738312"/>
                <a:gd name="connsiteX1-13" fmla="*/ 0 w 1895475"/>
                <a:gd name="connsiteY1-14" fmla="*/ 61913 h 1738312"/>
                <a:gd name="connsiteX2-15" fmla="*/ 1895475 w 1895475"/>
                <a:gd name="connsiteY2-16" fmla="*/ 1738312 h 1738312"/>
                <a:gd name="connsiteX3-17" fmla="*/ 1890713 w 1895475"/>
                <a:gd name="connsiteY3-18" fmla="*/ 342900 h 1738312"/>
                <a:gd name="connsiteX4-19" fmla="*/ 247650 w 1895475"/>
                <a:gd name="connsiteY4-20" fmla="*/ 0 h 1738312"/>
                <a:gd name="connsiteX0-21" fmla="*/ 247650 w 1895475"/>
                <a:gd name="connsiteY0-22" fmla="*/ 0 h 1738312"/>
                <a:gd name="connsiteX1-23" fmla="*/ 0 w 1895475"/>
                <a:gd name="connsiteY1-24" fmla="*/ 61913 h 1738312"/>
                <a:gd name="connsiteX2-25" fmla="*/ 1895475 w 1895475"/>
                <a:gd name="connsiteY2-26" fmla="*/ 1738312 h 1738312"/>
                <a:gd name="connsiteX3-27" fmla="*/ 1143000 w 1895475"/>
                <a:gd name="connsiteY3-28" fmla="*/ 776288 h 1738312"/>
                <a:gd name="connsiteX4-29" fmla="*/ 247650 w 1895475"/>
                <a:gd name="connsiteY4-30" fmla="*/ 0 h 1738312"/>
                <a:gd name="connsiteX0-31" fmla="*/ 247650 w 1895475"/>
                <a:gd name="connsiteY0-32" fmla="*/ 0 h 1738312"/>
                <a:gd name="connsiteX1-33" fmla="*/ 0 w 1895475"/>
                <a:gd name="connsiteY1-34" fmla="*/ 61913 h 1738312"/>
                <a:gd name="connsiteX2-35" fmla="*/ 1895475 w 1895475"/>
                <a:gd name="connsiteY2-36" fmla="*/ 1738312 h 1738312"/>
                <a:gd name="connsiteX3-37" fmla="*/ 1143000 w 1895475"/>
                <a:gd name="connsiteY3-38" fmla="*/ 776288 h 1738312"/>
                <a:gd name="connsiteX4-39" fmla="*/ 247650 w 1895475"/>
                <a:gd name="connsiteY4-40" fmla="*/ 0 h 1738312"/>
                <a:gd name="connsiteX0-41" fmla="*/ 247650 w 1895475"/>
                <a:gd name="connsiteY0-42" fmla="*/ 0 h 1738312"/>
                <a:gd name="connsiteX1-43" fmla="*/ 0 w 1895475"/>
                <a:gd name="connsiteY1-44" fmla="*/ 61913 h 1738312"/>
                <a:gd name="connsiteX2-45" fmla="*/ 1895475 w 1895475"/>
                <a:gd name="connsiteY2-46" fmla="*/ 1738312 h 1738312"/>
                <a:gd name="connsiteX3-47" fmla="*/ 1238250 w 1895475"/>
                <a:gd name="connsiteY3-48" fmla="*/ 814388 h 1738312"/>
                <a:gd name="connsiteX4-49" fmla="*/ 247650 w 1895475"/>
                <a:gd name="connsiteY4-50" fmla="*/ 0 h 1738312"/>
                <a:gd name="connsiteX0-51" fmla="*/ 247650 w 1895475"/>
                <a:gd name="connsiteY0-52" fmla="*/ 0 h 1738312"/>
                <a:gd name="connsiteX1-53" fmla="*/ 0 w 1895475"/>
                <a:gd name="connsiteY1-54" fmla="*/ 61913 h 1738312"/>
                <a:gd name="connsiteX2-55" fmla="*/ 1895475 w 1895475"/>
                <a:gd name="connsiteY2-56" fmla="*/ 1738312 h 1738312"/>
                <a:gd name="connsiteX3-57" fmla="*/ 1238250 w 1895475"/>
                <a:gd name="connsiteY3-58" fmla="*/ 814388 h 1738312"/>
                <a:gd name="connsiteX4-59" fmla="*/ 247650 w 1895475"/>
                <a:gd name="connsiteY4-60" fmla="*/ 0 h 1738312"/>
                <a:gd name="connsiteX0-61" fmla="*/ 247650 w 1238250"/>
                <a:gd name="connsiteY0-62" fmla="*/ 0 h 862012"/>
                <a:gd name="connsiteX1-63" fmla="*/ 0 w 1238250"/>
                <a:gd name="connsiteY1-64" fmla="*/ 61913 h 862012"/>
                <a:gd name="connsiteX2-65" fmla="*/ 947738 w 1238250"/>
                <a:gd name="connsiteY2-66" fmla="*/ 862012 h 862012"/>
                <a:gd name="connsiteX3-67" fmla="*/ 1238250 w 1238250"/>
                <a:gd name="connsiteY3-68" fmla="*/ 814388 h 862012"/>
                <a:gd name="connsiteX4-69" fmla="*/ 247650 w 1238250"/>
                <a:gd name="connsiteY4-70" fmla="*/ 0 h 862012"/>
                <a:gd name="connsiteX0-71" fmla="*/ 247650 w 1238250"/>
                <a:gd name="connsiteY0-72" fmla="*/ 0 h 823912"/>
                <a:gd name="connsiteX1-73" fmla="*/ 0 w 1238250"/>
                <a:gd name="connsiteY1-74" fmla="*/ 61913 h 823912"/>
                <a:gd name="connsiteX2-75" fmla="*/ 952500 w 1238250"/>
                <a:gd name="connsiteY2-76" fmla="*/ 823912 h 823912"/>
                <a:gd name="connsiteX3-77" fmla="*/ 1238250 w 1238250"/>
                <a:gd name="connsiteY3-78" fmla="*/ 814388 h 823912"/>
                <a:gd name="connsiteX4-79" fmla="*/ 247650 w 1238250"/>
                <a:gd name="connsiteY4-80" fmla="*/ 0 h 823912"/>
                <a:gd name="connsiteX0-81" fmla="*/ 247650 w 1238250"/>
                <a:gd name="connsiteY0-82" fmla="*/ 0 h 823912"/>
                <a:gd name="connsiteX1-83" fmla="*/ 0 w 1238250"/>
                <a:gd name="connsiteY1-84" fmla="*/ 61913 h 823912"/>
                <a:gd name="connsiteX2-85" fmla="*/ 952500 w 1238250"/>
                <a:gd name="connsiteY2-86" fmla="*/ 823912 h 823912"/>
                <a:gd name="connsiteX3-87" fmla="*/ 1238250 w 1238250"/>
                <a:gd name="connsiteY3-88" fmla="*/ 814388 h 823912"/>
                <a:gd name="connsiteX4-89" fmla="*/ 247650 w 1238250"/>
                <a:gd name="connsiteY4-90" fmla="*/ 0 h 823912"/>
                <a:gd name="connsiteX0-91" fmla="*/ 233363 w 1238250"/>
                <a:gd name="connsiteY0-92" fmla="*/ 0 h 766762"/>
                <a:gd name="connsiteX1-93" fmla="*/ 0 w 1238250"/>
                <a:gd name="connsiteY1-94" fmla="*/ 4763 h 766762"/>
                <a:gd name="connsiteX2-95" fmla="*/ 952500 w 1238250"/>
                <a:gd name="connsiteY2-96" fmla="*/ 766762 h 766762"/>
                <a:gd name="connsiteX3-97" fmla="*/ 1238250 w 1238250"/>
                <a:gd name="connsiteY3-98" fmla="*/ 757238 h 766762"/>
                <a:gd name="connsiteX4-99" fmla="*/ 233363 w 1238250"/>
                <a:gd name="connsiteY4-100" fmla="*/ 0 h 766762"/>
                <a:gd name="connsiteX0-101" fmla="*/ 233363 w 1238250"/>
                <a:gd name="connsiteY0-102" fmla="*/ 0 h 773376"/>
                <a:gd name="connsiteX1-103" fmla="*/ 0 w 1238250"/>
                <a:gd name="connsiteY1-104" fmla="*/ 4763 h 773376"/>
                <a:gd name="connsiteX2-105" fmla="*/ 952500 w 1238250"/>
                <a:gd name="connsiteY2-106" fmla="*/ 766762 h 773376"/>
                <a:gd name="connsiteX3-107" fmla="*/ 1238250 w 1238250"/>
                <a:gd name="connsiteY3-108" fmla="*/ 771525 h 773376"/>
                <a:gd name="connsiteX4-109" fmla="*/ 233363 w 1238250"/>
                <a:gd name="connsiteY4-110" fmla="*/ 0 h 773376"/>
                <a:gd name="connsiteX0-111" fmla="*/ 233363 w 1238250"/>
                <a:gd name="connsiteY0-112" fmla="*/ 0 h 766762"/>
                <a:gd name="connsiteX1-113" fmla="*/ 0 w 1238250"/>
                <a:gd name="connsiteY1-114" fmla="*/ 4763 h 766762"/>
                <a:gd name="connsiteX2-115" fmla="*/ 952500 w 1238250"/>
                <a:gd name="connsiteY2-116" fmla="*/ 766762 h 766762"/>
                <a:gd name="connsiteX3-117" fmla="*/ 1238250 w 1238250"/>
                <a:gd name="connsiteY3-118" fmla="*/ 757236 h 766762"/>
                <a:gd name="connsiteX4-119" fmla="*/ 233363 w 1238250"/>
                <a:gd name="connsiteY4-120" fmla="*/ 0 h 766762"/>
                <a:gd name="connsiteX0-121" fmla="*/ 233363 w 1238250"/>
                <a:gd name="connsiteY0-122" fmla="*/ 0 h 773375"/>
                <a:gd name="connsiteX1-123" fmla="*/ 0 w 1238250"/>
                <a:gd name="connsiteY1-124" fmla="*/ 4763 h 773375"/>
                <a:gd name="connsiteX2-125" fmla="*/ 952500 w 1238250"/>
                <a:gd name="connsiteY2-126" fmla="*/ 766762 h 773375"/>
                <a:gd name="connsiteX3-127" fmla="*/ 1238250 w 1238250"/>
                <a:gd name="connsiteY3-128" fmla="*/ 771523 h 773375"/>
                <a:gd name="connsiteX4-129" fmla="*/ 233363 w 1238250"/>
                <a:gd name="connsiteY4-130" fmla="*/ 0 h 773375"/>
                <a:gd name="connsiteX0-131" fmla="*/ 233363 w 1238250"/>
                <a:gd name="connsiteY0-132" fmla="*/ 0 h 771523"/>
                <a:gd name="connsiteX1-133" fmla="*/ 0 w 1238250"/>
                <a:gd name="connsiteY1-134" fmla="*/ 4763 h 771523"/>
                <a:gd name="connsiteX2-135" fmla="*/ 952500 w 1238250"/>
                <a:gd name="connsiteY2-136" fmla="*/ 766762 h 771523"/>
                <a:gd name="connsiteX3-137" fmla="*/ 1238250 w 1238250"/>
                <a:gd name="connsiteY3-138" fmla="*/ 771523 h 771523"/>
                <a:gd name="connsiteX4-139" fmla="*/ 233363 w 1238250"/>
                <a:gd name="connsiteY4-140" fmla="*/ 0 h 771523"/>
                <a:gd name="connsiteX0-141" fmla="*/ 233363 w 1238250"/>
                <a:gd name="connsiteY0-142" fmla="*/ 0 h 771523"/>
                <a:gd name="connsiteX1-143" fmla="*/ 0 w 1238250"/>
                <a:gd name="connsiteY1-144" fmla="*/ 23466 h 771523"/>
                <a:gd name="connsiteX2-145" fmla="*/ 952500 w 1238250"/>
                <a:gd name="connsiteY2-146" fmla="*/ 766762 h 771523"/>
                <a:gd name="connsiteX3-147" fmla="*/ 1238250 w 1238250"/>
                <a:gd name="connsiteY3-148" fmla="*/ 771523 h 771523"/>
                <a:gd name="connsiteX4-149" fmla="*/ 233363 w 1238250"/>
                <a:gd name="connsiteY4-150" fmla="*/ 0 h 771523"/>
                <a:gd name="connsiteX0-151" fmla="*/ 233363 w 1238250"/>
                <a:gd name="connsiteY0-152" fmla="*/ 0 h 757496"/>
                <a:gd name="connsiteX1-153" fmla="*/ 0 w 1238250"/>
                <a:gd name="connsiteY1-154" fmla="*/ 9439 h 757496"/>
                <a:gd name="connsiteX2-155" fmla="*/ 952500 w 1238250"/>
                <a:gd name="connsiteY2-156" fmla="*/ 752735 h 757496"/>
                <a:gd name="connsiteX3-157" fmla="*/ 1238250 w 1238250"/>
                <a:gd name="connsiteY3-158" fmla="*/ 757496 h 757496"/>
                <a:gd name="connsiteX4-159" fmla="*/ 233363 w 1238250"/>
                <a:gd name="connsiteY4-160" fmla="*/ 0 h 757496"/>
                <a:gd name="connsiteX0-161" fmla="*/ 233363 w 1238250"/>
                <a:gd name="connsiteY0-162" fmla="*/ 0 h 757496"/>
                <a:gd name="connsiteX1-163" fmla="*/ 0 w 1238250"/>
                <a:gd name="connsiteY1-164" fmla="*/ 9439 h 757496"/>
                <a:gd name="connsiteX2-165" fmla="*/ 952500 w 1238250"/>
                <a:gd name="connsiteY2-166" fmla="*/ 752735 h 757496"/>
                <a:gd name="connsiteX3-167" fmla="*/ 1238250 w 1238250"/>
                <a:gd name="connsiteY3-168" fmla="*/ 757496 h 757496"/>
                <a:gd name="connsiteX4-169" fmla="*/ 233363 w 1238250"/>
                <a:gd name="connsiteY4-170" fmla="*/ 0 h 757496"/>
                <a:gd name="connsiteX0-171" fmla="*/ 243561 w 1248448"/>
                <a:gd name="connsiteY0-172" fmla="*/ 573 h 758069"/>
                <a:gd name="connsiteX1-173" fmla="*/ 0 w 1248448"/>
                <a:gd name="connsiteY1-174" fmla="*/ 0 h 758069"/>
                <a:gd name="connsiteX2-175" fmla="*/ 962698 w 1248448"/>
                <a:gd name="connsiteY2-176" fmla="*/ 753308 h 758069"/>
                <a:gd name="connsiteX3-177" fmla="*/ 1248448 w 1248448"/>
                <a:gd name="connsiteY3-178" fmla="*/ 758069 h 758069"/>
                <a:gd name="connsiteX4-179" fmla="*/ 243561 w 1248448"/>
                <a:gd name="connsiteY4-180" fmla="*/ 573 h 758069"/>
                <a:gd name="connsiteX0-181" fmla="*/ 243561 w 1248448"/>
                <a:gd name="connsiteY0-182" fmla="*/ 573 h 758069"/>
                <a:gd name="connsiteX1-183" fmla="*/ 0 w 1248448"/>
                <a:gd name="connsiteY1-184" fmla="*/ 0 h 758069"/>
                <a:gd name="connsiteX2-185" fmla="*/ 962698 w 1248448"/>
                <a:gd name="connsiteY2-186" fmla="*/ 753308 h 758069"/>
                <a:gd name="connsiteX3-187" fmla="*/ 1248448 w 1248448"/>
                <a:gd name="connsiteY3-188" fmla="*/ 758069 h 758069"/>
                <a:gd name="connsiteX4-189" fmla="*/ 243561 w 1248448"/>
                <a:gd name="connsiteY4-190" fmla="*/ 573 h 75806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15" name="Line 305"/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/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/>
          <p:cNvGrpSpPr/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/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/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-1" fmla="*/ 928688 w 1895475"/>
                <a:gd name="connsiteY0-2" fmla="*/ 0 h 2138362"/>
                <a:gd name="connsiteX1-3" fmla="*/ 0 w 1895475"/>
                <a:gd name="connsiteY1-4" fmla="*/ 461963 h 2138362"/>
                <a:gd name="connsiteX2-5" fmla="*/ 1895475 w 1895475"/>
                <a:gd name="connsiteY2-6" fmla="*/ 2138362 h 2138362"/>
                <a:gd name="connsiteX3-7" fmla="*/ 1890713 w 1895475"/>
                <a:gd name="connsiteY3-8" fmla="*/ 742950 h 2138362"/>
                <a:gd name="connsiteX4-9" fmla="*/ 928688 w 1895475"/>
                <a:gd name="connsiteY4-10" fmla="*/ 0 h 2138362"/>
                <a:gd name="connsiteX0-11" fmla="*/ 247650 w 1895475"/>
                <a:gd name="connsiteY0-12" fmla="*/ 0 h 1738312"/>
                <a:gd name="connsiteX1-13" fmla="*/ 0 w 1895475"/>
                <a:gd name="connsiteY1-14" fmla="*/ 61913 h 1738312"/>
                <a:gd name="connsiteX2-15" fmla="*/ 1895475 w 1895475"/>
                <a:gd name="connsiteY2-16" fmla="*/ 1738312 h 1738312"/>
                <a:gd name="connsiteX3-17" fmla="*/ 1890713 w 1895475"/>
                <a:gd name="connsiteY3-18" fmla="*/ 342900 h 1738312"/>
                <a:gd name="connsiteX4-19" fmla="*/ 247650 w 1895475"/>
                <a:gd name="connsiteY4-20" fmla="*/ 0 h 1738312"/>
                <a:gd name="connsiteX0-21" fmla="*/ 247650 w 1895475"/>
                <a:gd name="connsiteY0-22" fmla="*/ 0 h 1738312"/>
                <a:gd name="connsiteX1-23" fmla="*/ 0 w 1895475"/>
                <a:gd name="connsiteY1-24" fmla="*/ 61913 h 1738312"/>
                <a:gd name="connsiteX2-25" fmla="*/ 1895475 w 1895475"/>
                <a:gd name="connsiteY2-26" fmla="*/ 1738312 h 1738312"/>
                <a:gd name="connsiteX3-27" fmla="*/ 1143000 w 1895475"/>
                <a:gd name="connsiteY3-28" fmla="*/ 776288 h 1738312"/>
                <a:gd name="connsiteX4-29" fmla="*/ 247650 w 1895475"/>
                <a:gd name="connsiteY4-30" fmla="*/ 0 h 1738312"/>
                <a:gd name="connsiteX0-31" fmla="*/ 247650 w 1895475"/>
                <a:gd name="connsiteY0-32" fmla="*/ 0 h 1738312"/>
                <a:gd name="connsiteX1-33" fmla="*/ 0 w 1895475"/>
                <a:gd name="connsiteY1-34" fmla="*/ 61913 h 1738312"/>
                <a:gd name="connsiteX2-35" fmla="*/ 1895475 w 1895475"/>
                <a:gd name="connsiteY2-36" fmla="*/ 1738312 h 1738312"/>
                <a:gd name="connsiteX3-37" fmla="*/ 1143000 w 1895475"/>
                <a:gd name="connsiteY3-38" fmla="*/ 776288 h 1738312"/>
                <a:gd name="connsiteX4-39" fmla="*/ 247650 w 1895475"/>
                <a:gd name="connsiteY4-40" fmla="*/ 0 h 1738312"/>
                <a:gd name="connsiteX0-41" fmla="*/ 247650 w 1895475"/>
                <a:gd name="connsiteY0-42" fmla="*/ 0 h 1738312"/>
                <a:gd name="connsiteX1-43" fmla="*/ 0 w 1895475"/>
                <a:gd name="connsiteY1-44" fmla="*/ 61913 h 1738312"/>
                <a:gd name="connsiteX2-45" fmla="*/ 1895475 w 1895475"/>
                <a:gd name="connsiteY2-46" fmla="*/ 1738312 h 1738312"/>
                <a:gd name="connsiteX3-47" fmla="*/ 1238250 w 1895475"/>
                <a:gd name="connsiteY3-48" fmla="*/ 814388 h 1738312"/>
                <a:gd name="connsiteX4-49" fmla="*/ 247650 w 1895475"/>
                <a:gd name="connsiteY4-50" fmla="*/ 0 h 1738312"/>
                <a:gd name="connsiteX0-51" fmla="*/ 247650 w 1895475"/>
                <a:gd name="connsiteY0-52" fmla="*/ 0 h 1738312"/>
                <a:gd name="connsiteX1-53" fmla="*/ 0 w 1895475"/>
                <a:gd name="connsiteY1-54" fmla="*/ 61913 h 1738312"/>
                <a:gd name="connsiteX2-55" fmla="*/ 1895475 w 1895475"/>
                <a:gd name="connsiteY2-56" fmla="*/ 1738312 h 1738312"/>
                <a:gd name="connsiteX3-57" fmla="*/ 1238250 w 1895475"/>
                <a:gd name="connsiteY3-58" fmla="*/ 814388 h 1738312"/>
                <a:gd name="connsiteX4-59" fmla="*/ 247650 w 1895475"/>
                <a:gd name="connsiteY4-60" fmla="*/ 0 h 1738312"/>
                <a:gd name="connsiteX0-61" fmla="*/ 247650 w 1238250"/>
                <a:gd name="connsiteY0-62" fmla="*/ 0 h 862012"/>
                <a:gd name="connsiteX1-63" fmla="*/ 0 w 1238250"/>
                <a:gd name="connsiteY1-64" fmla="*/ 61913 h 862012"/>
                <a:gd name="connsiteX2-65" fmla="*/ 947738 w 1238250"/>
                <a:gd name="connsiteY2-66" fmla="*/ 862012 h 862012"/>
                <a:gd name="connsiteX3-67" fmla="*/ 1238250 w 1238250"/>
                <a:gd name="connsiteY3-68" fmla="*/ 814388 h 862012"/>
                <a:gd name="connsiteX4-69" fmla="*/ 247650 w 1238250"/>
                <a:gd name="connsiteY4-70" fmla="*/ 0 h 862012"/>
                <a:gd name="connsiteX0-71" fmla="*/ 247650 w 1238250"/>
                <a:gd name="connsiteY0-72" fmla="*/ 0 h 823912"/>
                <a:gd name="connsiteX1-73" fmla="*/ 0 w 1238250"/>
                <a:gd name="connsiteY1-74" fmla="*/ 61913 h 823912"/>
                <a:gd name="connsiteX2-75" fmla="*/ 952500 w 1238250"/>
                <a:gd name="connsiteY2-76" fmla="*/ 823912 h 823912"/>
                <a:gd name="connsiteX3-77" fmla="*/ 1238250 w 1238250"/>
                <a:gd name="connsiteY3-78" fmla="*/ 814388 h 823912"/>
                <a:gd name="connsiteX4-79" fmla="*/ 247650 w 1238250"/>
                <a:gd name="connsiteY4-80" fmla="*/ 0 h 823912"/>
                <a:gd name="connsiteX0-81" fmla="*/ 247650 w 1238250"/>
                <a:gd name="connsiteY0-82" fmla="*/ 0 h 823912"/>
                <a:gd name="connsiteX1-83" fmla="*/ 0 w 1238250"/>
                <a:gd name="connsiteY1-84" fmla="*/ 61913 h 823912"/>
                <a:gd name="connsiteX2-85" fmla="*/ 952500 w 1238250"/>
                <a:gd name="connsiteY2-86" fmla="*/ 823912 h 823912"/>
                <a:gd name="connsiteX3-87" fmla="*/ 1238250 w 1238250"/>
                <a:gd name="connsiteY3-88" fmla="*/ 814388 h 823912"/>
                <a:gd name="connsiteX4-89" fmla="*/ 247650 w 1238250"/>
                <a:gd name="connsiteY4-90" fmla="*/ 0 h 823912"/>
                <a:gd name="connsiteX0-91" fmla="*/ 233363 w 1238250"/>
                <a:gd name="connsiteY0-92" fmla="*/ 0 h 766762"/>
                <a:gd name="connsiteX1-93" fmla="*/ 0 w 1238250"/>
                <a:gd name="connsiteY1-94" fmla="*/ 4763 h 766762"/>
                <a:gd name="connsiteX2-95" fmla="*/ 952500 w 1238250"/>
                <a:gd name="connsiteY2-96" fmla="*/ 766762 h 766762"/>
                <a:gd name="connsiteX3-97" fmla="*/ 1238250 w 1238250"/>
                <a:gd name="connsiteY3-98" fmla="*/ 757238 h 766762"/>
                <a:gd name="connsiteX4-99" fmla="*/ 233363 w 1238250"/>
                <a:gd name="connsiteY4-100" fmla="*/ 0 h 766762"/>
                <a:gd name="connsiteX0-101" fmla="*/ 233363 w 1238250"/>
                <a:gd name="connsiteY0-102" fmla="*/ 0 h 773376"/>
                <a:gd name="connsiteX1-103" fmla="*/ 0 w 1238250"/>
                <a:gd name="connsiteY1-104" fmla="*/ 4763 h 773376"/>
                <a:gd name="connsiteX2-105" fmla="*/ 952500 w 1238250"/>
                <a:gd name="connsiteY2-106" fmla="*/ 766762 h 773376"/>
                <a:gd name="connsiteX3-107" fmla="*/ 1238250 w 1238250"/>
                <a:gd name="connsiteY3-108" fmla="*/ 771525 h 773376"/>
                <a:gd name="connsiteX4-109" fmla="*/ 233363 w 1238250"/>
                <a:gd name="connsiteY4-110" fmla="*/ 0 h 773376"/>
                <a:gd name="connsiteX0-111" fmla="*/ 233363 w 1238250"/>
                <a:gd name="connsiteY0-112" fmla="*/ 0 h 766762"/>
                <a:gd name="connsiteX1-113" fmla="*/ 0 w 1238250"/>
                <a:gd name="connsiteY1-114" fmla="*/ 4763 h 766762"/>
                <a:gd name="connsiteX2-115" fmla="*/ 952500 w 1238250"/>
                <a:gd name="connsiteY2-116" fmla="*/ 766762 h 766762"/>
                <a:gd name="connsiteX3-117" fmla="*/ 1238250 w 1238250"/>
                <a:gd name="connsiteY3-118" fmla="*/ 757236 h 766762"/>
                <a:gd name="connsiteX4-119" fmla="*/ 233363 w 1238250"/>
                <a:gd name="connsiteY4-120" fmla="*/ 0 h 766762"/>
                <a:gd name="connsiteX0-121" fmla="*/ 233363 w 1238250"/>
                <a:gd name="connsiteY0-122" fmla="*/ 0 h 773375"/>
                <a:gd name="connsiteX1-123" fmla="*/ 0 w 1238250"/>
                <a:gd name="connsiteY1-124" fmla="*/ 4763 h 773375"/>
                <a:gd name="connsiteX2-125" fmla="*/ 952500 w 1238250"/>
                <a:gd name="connsiteY2-126" fmla="*/ 766762 h 773375"/>
                <a:gd name="connsiteX3-127" fmla="*/ 1238250 w 1238250"/>
                <a:gd name="connsiteY3-128" fmla="*/ 771523 h 773375"/>
                <a:gd name="connsiteX4-129" fmla="*/ 233363 w 1238250"/>
                <a:gd name="connsiteY4-130" fmla="*/ 0 h 773375"/>
                <a:gd name="connsiteX0-131" fmla="*/ 233363 w 1238250"/>
                <a:gd name="connsiteY0-132" fmla="*/ 0 h 771523"/>
                <a:gd name="connsiteX1-133" fmla="*/ 0 w 1238250"/>
                <a:gd name="connsiteY1-134" fmla="*/ 4763 h 771523"/>
                <a:gd name="connsiteX2-135" fmla="*/ 952500 w 1238250"/>
                <a:gd name="connsiteY2-136" fmla="*/ 766762 h 771523"/>
                <a:gd name="connsiteX3-137" fmla="*/ 1238250 w 1238250"/>
                <a:gd name="connsiteY3-138" fmla="*/ 771523 h 771523"/>
                <a:gd name="connsiteX4-139" fmla="*/ 233363 w 1238250"/>
                <a:gd name="connsiteY4-140" fmla="*/ 0 h 771523"/>
                <a:gd name="connsiteX0-141" fmla="*/ 233363 w 1238250"/>
                <a:gd name="connsiteY0-142" fmla="*/ 0 h 771523"/>
                <a:gd name="connsiteX1-143" fmla="*/ 0 w 1238250"/>
                <a:gd name="connsiteY1-144" fmla="*/ 23466 h 771523"/>
                <a:gd name="connsiteX2-145" fmla="*/ 952500 w 1238250"/>
                <a:gd name="connsiteY2-146" fmla="*/ 766762 h 771523"/>
                <a:gd name="connsiteX3-147" fmla="*/ 1238250 w 1238250"/>
                <a:gd name="connsiteY3-148" fmla="*/ 771523 h 771523"/>
                <a:gd name="connsiteX4-149" fmla="*/ 233363 w 1238250"/>
                <a:gd name="connsiteY4-150" fmla="*/ 0 h 771523"/>
                <a:gd name="connsiteX0-151" fmla="*/ 233363 w 1238250"/>
                <a:gd name="connsiteY0-152" fmla="*/ 0 h 757496"/>
                <a:gd name="connsiteX1-153" fmla="*/ 0 w 1238250"/>
                <a:gd name="connsiteY1-154" fmla="*/ 9439 h 757496"/>
                <a:gd name="connsiteX2-155" fmla="*/ 952500 w 1238250"/>
                <a:gd name="connsiteY2-156" fmla="*/ 752735 h 757496"/>
                <a:gd name="connsiteX3-157" fmla="*/ 1238250 w 1238250"/>
                <a:gd name="connsiteY3-158" fmla="*/ 757496 h 757496"/>
                <a:gd name="connsiteX4-159" fmla="*/ 233363 w 1238250"/>
                <a:gd name="connsiteY4-160" fmla="*/ 0 h 757496"/>
                <a:gd name="connsiteX0-161" fmla="*/ 233363 w 1238250"/>
                <a:gd name="connsiteY0-162" fmla="*/ 0 h 757496"/>
                <a:gd name="connsiteX1-163" fmla="*/ 0 w 1238250"/>
                <a:gd name="connsiteY1-164" fmla="*/ 9439 h 757496"/>
                <a:gd name="connsiteX2-165" fmla="*/ 952500 w 1238250"/>
                <a:gd name="connsiteY2-166" fmla="*/ 752735 h 757496"/>
                <a:gd name="connsiteX3-167" fmla="*/ 1238250 w 1238250"/>
                <a:gd name="connsiteY3-168" fmla="*/ 757496 h 757496"/>
                <a:gd name="connsiteX4-169" fmla="*/ 233363 w 1238250"/>
                <a:gd name="connsiteY4-170" fmla="*/ 0 h 757496"/>
                <a:gd name="connsiteX0-171" fmla="*/ 243561 w 1248448"/>
                <a:gd name="connsiteY0-172" fmla="*/ 573 h 758069"/>
                <a:gd name="connsiteX1-173" fmla="*/ 0 w 1248448"/>
                <a:gd name="connsiteY1-174" fmla="*/ 0 h 758069"/>
                <a:gd name="connsiteX2-175" fmla="*/ 962698 w 1248448"/>
                <a:gd name="connsiteY2-176" fmla="*/ 753308 h 758069"/>
                <a:gd name="connsiteX3-177" fmla="*/ 1248448 w 1248448"/>
                <a:gd name="connsiteY3-178" fmla="*/ 758069 h 758069"/>
                <a:gd name="connsiteX4-179" fmla="*/ 243561 w 1248448"/>
                <a:gd name="connsiteY4-180" fmla="*/ 573 h 758069"/>
                <a:gd name="connsiteX0-181" fmla="*/ 243561 w 1248448"/>
                <a:gd name="connsiteY0-182" fmla="*/ 573 h 758069"/>
                <a:gd name="connsiteX1-183" fmla="*/ 0 w 1248448"/>
                <a:gd name="connsiteY1-184" fmla="*/ 0 h 758069"/>
                <a:gd name="connsiteX2-185" fmla="*/ 962698 w 1248448"/>
                <a:gd name="connsiteY2-186" fmla="*/ 753308 h 758069"/>
                <a:gd name="connsiteX3-187" fmla="*/ 1248448 w 1248448"/>
                <a:gd name="connsiteY3-188" fmla="*/ 758069 h 758069"/>
                <a:gd name="connsiteX4-189" fmla="*/ 243561 w 1248448"/>
                <a:gd name="connsiteY4-190" fmla="*/ 573 h 75806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27" name="TextBox 205"/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/>
          <p:cNvGrpSpPr/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/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grpSp>
        <p:nvGrpSpPr>
          <p:cNvPr id="131" name="Group 209"/>
          <p:cNvGrpSpPr/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/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34" name="TextBox 215"/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/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/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/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/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/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/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/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/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/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/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/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/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22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/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/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None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 panose="020B0604020202020204"/>
                <a:buChar char="•"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 panose="020B0604020202020204"/>
                <a:buChar char="•"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None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/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/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24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wire”</a:t>
            </a: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>
          <a:xfrm>
            <a:off x="6349562" y="1354420"/>
            <a:ext cx="518801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panose="05000000000000000000" charset="0"/>
              <a:buNone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Radio link types:</a:t>
            </a: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 (WiFi)</a:t>
            </a: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 (e.g., 4G cellular)</a:t>
            </a: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10’s Mbps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cable replacement</a:t>
            </a:r>
          </a:p>
          <a:p>
            <a:pPr marL="747395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up to 45 Mbps per channel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270 msec end-end delay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26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MS PGothic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MS PGothic" panose="020B0600070205080204" pitchFamily="34" charset="-128"/>
              </a:rPr>
              <a:t>packet-switching: </a:t>
            </a:r>
            <a:r>
              <a:rPr lang="en-US" altLang="en-US" dirty="0">
                <a:ea typeface="MS PGothic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/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/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/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-1" fmla="*/ 0 w 4656083"/>
              <a:gd name="connsiteY0-2" fmla="*/ 0 h 4939862"/>
              <a:gd name="connsiteX1-3" fmla="*/ 0 w 4656083"/>
              <a:gd name="connsiteY1-4" fmla="*/ 0 h 4939862"/>
              <a:gd name="connsiteX2-5" fmla="*/ 94593 w 4656083"/>
              <a:gd name="connsiteY2-6" fmla="*/ 10510 h 4939862"/>
              <a:gd name="connsiteX3-7" fmla="*/ 2375338 w 4656083"/>
              <a:gd name="connsiteY3-8" fmla="*/ 42041 h 4939862"/>
              <a:gd name="connsiteX4-9" fmla="*/ 2375338 w 4656083"/>
              <a:gd name="connsiteY4-10" fmla="*/ 1418896 h 4939862"/>
              <a:gd name="connsiteX5-11" fmla="*/ 1660635 w 4656083"/>
              <a:gd name="connsiteY5-12" fmla="*/ 1923393 h 4939862"/>
              <a:gd name="connsiteX6-13" fmla="*/ 1660635 w 4656083"/>
              <a:gd name="connsiteY6-14" fmla="*/ 2459420 h 4939862"/>
              <a:gd name="connsiteX7-15" fmla="*/ 3079531 w 4656083"/>
              <a:gd name="connsiteY7-16" fmla="*/ 3037489 h 4939862"/>
              <a:gd name="connsiteX8-17" fmla="*/ 3552497 w 4656083"/>
              <a:gd name="connsiteY8-18" fmla="*/ 2858813 h 4939862"/>
              <a:gd name="connsiteX9-19" fmla="*/ 3762704 w 4656083"/>
              <a:gd name="connsiteY9-20" fmla="*/ 2585544 h 4939862"/>
              <a:gd name="connsiteX10-21" fmla="*/ 3825766 w 4656083"/>
              <a:gd name="connsiteY10-22" fmla="*/ 2259724 h 4939862"/>
              <a:gd name="connsiteX11-23" fmla="*/ 3783725 w 4656083"/>
              <a:gd name="connsiteY11-24" fmla="*/ 2060027 h 4939862"/>
              <a:gd name="connsiteX12-25" fmla="*/ 3689131 w 4656083"/>
              <a:gd name="connsiteY12-26" fmla="*/ 1881351 h 4939862"/>
              <a:gd name="connsiteX13-27" fmla="*/ 3447393 w 4656083"/>
              <a:gd name="connsiteY13-28" fmla="*/ 1723696 h 4939862"/>
              <a:gd name="connsiteX14-29" fmla="*/ 4498428 w 4656083"/>
              <a:gd name="connsiteY14-30" fmla="*/ 1587062 h 4939862"/>
              <a:gd name="connsiteX15-31" fmla="*/ 4656083 w 4656083"/>
              <a:gd name="connsiteY15-32" fmla="*/ 2921875 h 4939862"/>
              <a:gd name="connsiteX16-33" fmla="*/ 4508938 w 4656083"/>
              <a:gd name="connsiteY16-34" fmla="*/ 4561489 h 4939862"/>
              <a:gd name="connsiteX17-35" fmla="*/ 3499945 w 4656083"/>
              <a:gd name="connsiteY17-36" fmla="*/ 4939862 h 4939862"/>
              <a:gd name="connsiteX18-37" fmla="*/ 105104 w 4656083"/>
              <a:gd name="connsiteY18-38" fmla="*/ 4897820 h 4939862"/>
              <a:gd name="connsiteX19-39" fmla="*/ 0 w 4656083"/>
              <a:gd name="connsiteY19-40" fmla="*/ 0 h 4939862"/>
              <a:gd name="connsiteX0-41" fmla="*/ 0 w 4656083"/>
              <a:gd name="connsiteY0-42" fmla="*/ 0 h 4939862"/>
              <a:gd name="connsiteX1-43" fmla="*/ 0 w 4656083"/>
              <a:gd name="connsiteY1-44" fmla="*/ 0 h 4939862"/>
              <a:gd name="connsiteX2-45" fmla="*/ 94593 w 4656083"/>
              <a:gd name="connsiteY2-46" fmla="*/ 10510 h 4939862"/>
              <a:gd name="connsiteX3-47" fmla="*/ 2375338 w 4656083"/>
              <a:gd name="connsiteY3-48" fmla="*/ 42041 h 4939862"/>
              <a:gd name="connsiteX4-49" fmla="*/ 2375338 w 4656083"/>
              <a:gd name="connsiteY4-50" fmla="*/ 1418896 h 4939862"/>
              <a:gd name="connsiteX5-51" fmla="*/ 1660635 w 4656083"/>
              <a:gd name="connsiteY5-52" fmla="*/ 1923393 h 4939862"/>
              <a:gd name="connsiteX6-53" fmla="*/ 1660635 w 4656083"/>
              <a:gd name="connsiteY6-54" fmla="*/ 2459420 h 4939862"/>
              <a:gd name="connsiteX7-55" fmla="*/ 3079531 w 4656083"/>
              <a:gd name="connsiteY7-56" fmla="*/ 3037489 h 4939862"/>
              <a:gd name="connsiteX8-57" fmla="*/ 3552497 w 4656083"/>
              <a:gd name="connsiteY8-58" fmla="*/ 2858813 h 4939862"/>
              <a:gd name="connsiteX9-59" fmla="*/ 3762704 w 4656083"/>
              <a:gd name="connsiteY9-60" fmla="*/ 2585544 h 4939862"/>
              <a:gd name="connsiteX10-61" fmla="*/ 3825766 w 4656083"/>
              <a:gd name="connsiteY10-62" fmla="*/ 2259724 h 4939862"/>
              <a:gd name="connsiteX11-63" fmla="*/ 3783725 w 4656083"/>
              <a:gd name="connsiteY11-64" fmla="*/ 2060027 h 4939862"/>
              <a:gd name="connsiteX12-65" fmla="*/ 3689131 w 4656083"/>
              <a:gd name="connsiteY12-66" fmla="*/ 1881351 h 4939862"/>
              <a:gd name="connsiteX13-67" fmla="*/ 3447393 w 4656083"/>
              <a:gd name="connsiteY13-68" fmla="*/ 1723696 h 4939862"/>
              <a:gd name="connsiteX14-69" fmla="*/ 4498428 w 4656083"/>
              <a:gd name="connsiteY14-70" fmla="*/ 1587062 h 4939862"/>
              <a:gd name="connsiteX15-71" fmla="*/ 4656083 w 4656083"/>
              <a:gd name="connsiteY15-72" fmla="*/ 2921875 h 4939862"/>
              <a:gd name="connsiteX16-73" fmla="*/ 4508938 w 4656083"/>
              <a:gd name="connsiteY16-74" fmla="*/ 4561489 h 4939862"/>
              <a:gd name="connsiteX17-75" fmla="*/ 3499945 w 4656083"/>
              <a:gd name="connsiteY17-76" fmla="*/ 4939862 h 4939862"/>
              <a:gd name="connsiteX18-77" fmla="*/ 105104 w 4656083"/>
              <a:gd name="connsiteY18-78" fmla="*/ 4897820 h 4939862"/>
              <a:gd name="connsiteX19-79" fmla="*/ 0 w 4656083"/>
              <a:gd name="connsiteY19-80" fmla="*/ 0 h 4939862"/>
              <a:gd name="connsiteX0-81" fmla="*/ 0 w 4656083"/>
              <a:gd name="connsiteY0-82" fmla="*/ 0 h 4939862"/>
              <a:gd name="connsiteX1-83" fmla="*/ 0 w 4656083"/>
              <a:gd name="connsiteY1-84" fmla="*/ 0 h 4939862"/>
              <a:gd name="connsiteX2-85" fmla="*/ 94593 w 4656083"/>
              <a:gd name="connsiteY2-86" fmla="*/ 10510 h 4939862"/>
              <a:gd name="connsiteX3-87" fmla="*/ 2375338 w 4656083"/>
              <a:gd name="connsiteY3-88" fmla="*/ 42041 h 4939862"/>
              <a:gd name="connsiteX4-89" fmla="*/ 2375338 w 4656083"/>
              <a:gd name="connsiteY4-90" fmla="*/ 1418896 h 4939862"/>
              <a:gd name="connsiteX5-91" fmla="*/ 1660635 w 4656083"/>
              <a:gd name="connsiteY5-92" fmla="*/ 1923393 h 4939862"/>
              <a:gd name="connsiteX6-93" fmla="*/ 1660635 w 4656083"/>
              <a:gd name="connsiteY6-94" fmla="*/ 2459420 h 4939862"/>
              <a:gd name="connsiteX7-95" fmla="*/ 3079531 w 4656083"/>
              <a:gd name="connsiteY7-96" fmla="*/ 3037489 h 4939862"/>
              <a:gd name="connsiteX8-97" fmla="*/ 3552497 w 4656083"/>
              <a:gd name="connsiteY8-98" fmla="*/ 2858813 h 4939862"/>
              <a:gd name="connsiteX9-99" fmla="*/ 3762704 w 4656083"/>
              <a:gd name="connsiteY9-100" fmla="*/ 2585544 h 4939862"/>
              <a:gd name="connsiteX10-101" fmla="*/ 3825766 w 4656083"/>
              <a:gd name="connsiteY10-102" fmla="*/ 2259724 h 4939862"/>
              <a:gd name="connsiteX11-103" fmla="*/ 3783725 w 4656083"/>
              <a:gd name="connsiteY11-104" fmla="*/ 2060027 h 4939862"/>
              <a:gd name="connsiteX12-105" fmla="*/ 3689131 w 4656083"/>
              <a:gd name="connsiteY12-106" fmla="*/ 1881351 h 4939862"/>
              <a:gd name="connsiteX13-107" fmla="*/ 3447393 w 4656083"/>
              <a:gd name="connsiteY13-108" fmla="*/ 1723696 h 4939862"/>
              <a:gd name="connsiteX14-109" fmla="*/ 4498428 w 4656083"/>
              <a:gd name="connsiteY14-110" fmla="*/ 1587062 h 4939862"/>
              <a:gd name="connsiteX15-111" fmla="*/ 4656083 w 4656083"/>
              <a:gd name="connsiteY15-112" fmla="*/ 2921875 h 4939862"/>
              <a:gd name="connsiteX16-113" fmla="*/ 4508938 w 4656083"/>
              <a:gd name="connsiteY16-114" fmla="*/ 4561489 h 4939862"/>
              <a:gd name="connsiteX17-115" fmla="*/ 3499945 w 4656083"/>
              <a:gd name="connsiteY17-116" fmla="*/ 4939862 h 4939862"/>
              <a:gd name="connsiteX18-117" fmla="*/ 105104 w 4656083"/>
              <a:gd name="connsiteY18-118" fmla="*/ 4897820 h 4939862"/>
              <a:gd name="connsiteX19-119" fmla="*/ 0 w 4656083"/>
              <a:gd name="connsiteY19-120" fmla="*/ 0 h 4939862"/>
              <a:gd name="connsiteX0-121" fmla="*/ 0 w 4656083"/>
              <a:gd name="connsiteY0-122" fmla="*/ 0 h 4939862"/>
              <a:gd name="connsiteX1-123" fmla="*/ 0 w 4656083"/>
              <a:gd name="connsiteY1-124" fmla="*/ 0 h 4939862"/>
              <a:gd name="connsiteX2-125" fmla="*/ 94593 w 4656083"/>
              <a:gd name="connsiteY2-126" fmla="*/ 10510 h 4939862"/>
              <a:gd name="connsiteX3-127" fmla="*/ 2375338 w 4656083"/>
              <a:gd name="connsiteY3-128" fmla="*/ 42041 h 4939862"/>
              <a:gd name="connsiteX4-129" fmla="*/ 2375338 w 4656083"/>
              <a:gd name="connsiteY4-130" fmla="*/ 1418896 h 4939862"/>
              <a:gd name="connsiteX5-131" fmla="*/ 1660635 w 4656083"/>
              <a:gd name="connsiteY5-132" fmla="*/ 1923393 h 4939862"/>
              <a:gd name="connsiteX6-133" fmla="*/ 1660635 w 4656083"/>
              <a:gd name="connsiteY6-134" fmla="*/ 2459420 h 4939862"/>
              <a:gd name="connsiteX7-135" fmla="*/ 3079531 w 4656083"/>
              <a:gd name="connsiteY7-136" fmla="*/ 3037489 h 4939862"/>
              <a:gd name="connsiteX8-137" fmla="*/ 3552497 w 4656083"/>
              <a:gd name="connsiteY8-138" fmla="*/ 2858813 h 4939862"/>
              <a:gd name="connsiteX9-139" fmla="*/ 3762704 w 4656083"/>
              <a:gd name="connsiteY9-140" fmla="*/ 2585544 h 4939862"/>
              <a:gd name="connsiteX10-141" fmla="*/ 3825766 w 4656083"/>
              <a:gd name="connsiteY10-142" fmla="*/ 2259724 h 4939862"/>
              <a:gd name="connsiteX11-143" fmla="*/ 3783725 w 4656083"/>
              <a:gd name="connsiteY11-144" fmla="*/ 2060027 h 4939862"/>
              <a:gd name="connsiteX12-145" fmla="*/ 3689131 w 4656083"/>
              <a:gd name="connsiteY12-146" fmla="*/ 1881351 h 4939862"/>
              <a:gd name="connsiteX13-147" fmla="*/ 3447393 w 4656083"/>
              <a:gd name="connsiteY13-148" fmla="*/ 1723696 h 4939862"/>
              <a:gd name="connsiteX14-149" fmla="*/ 4498428 w 4656083"/>
              <a:gd name="connsiteY14-150" fmla="*/ 1587062 h 4939862"/>
              <a:gd name="connsiteX15-151" fmla="*/ 4656083 w 4656083"/>
              <a:gd name="connsiteY15-152" fmla="*/ 2921875 h 4939862"/>
              <a:gd name="connsiteX16-153" fmla="*/ 4508938 w 4656083"/>
              <a:gd name="connsiteY16-154" fmla="*/ 4561489 h 4939862"/>
              <a:gd name="connsiteX17-155" fmla="*/ 3499945 w 4656083"/>
              <a:gd name="connsiteY17-156" fmla="*/ 4939862 h 4939862"/>
              <a:gd name="connsiteX18-157" fmla="*/ 105104 w 4656083"/>
              <a:gd name="connsiteY18-158" fmla="*/ 4897820 h 4939862"/>
              <a:gd name="connsiteX19-159" fmla="*/ 0 w 4656083"/>
              <a:gd name="connsiteY19-160" fmla="*/ 0 h 4939862"/>
              <a:gd name="connsiteX0-161" fmla="*/ 0 w 4656083"/>
              <a:gd name="connsiteY0-162" fmla="*/ 0 h 4939862"/>
              <a:gd name="connsiteX1-163" fmla="*/ 0 w 4656083"/>
              <a:gd name="connsiteY1-164" fmla="*/ 0 h 4939862"/>
              <a:gd name="connsiteX2-165" fmla="*/ 94593 w 4656083"/>
              <a:gd name="connsiteY2-166" fmla="*/ 10510 h 4939862"/>
              <a:gd name="connsiteX3-167" fmla="*/ 2375338 w 4656083"/>
              <a:gd name="connsiteY3-168" fmla="*/ 42041 h 4939862"/>
              <a:gd name="connsiteX4-169" fmla="*/ 2375338 w 4656083"/>
              <a:gd name="connsiteY4-170" fmla="*/ 1418896 h 4939862"/>
              <a:gd name="connsiteX5-171" fmla="*/ 1660635 w 4656083"/>
              <a:gd name="connsiteY5-172" fmla="*/ 1923393 h 4939862"/>
              <a:gd name="connsiteX6-173" fmla="*/ 1660635 w 4656083"/>
              <a:gd name="connsiteY6-174" fmla="*/ 2459420 h 4939862"/>
              <a:gd name="connsiteX7-175" fmla="*/ 3132083 w 4656083"/>
              <a:gd name="connsiteY7-176" fmla="*/ 3090041 h 4939862"/>
              <a:gd name="connsiteX8-177" fmla="*/ 3552497 w 4656083"/>
              <a:gd name="connsiteY8-178" fmla="*/ 2858813 h 4939862"/>
              <a:gd name="connsiteX9-179" fmla="*/ 3762704 w 4656083"/>
              <a:gd name="connsiteY9-180" fmla="*/ 2585544 h 4939862"/>
              <a:gd name="connsiteX10-181" fmla="*/ 3825766 w 4656083"/>
              <a:gd name="connsiteY10-182" fmla="*/ 2259724 h 4939862"/>
              <a:gd name="connsiteX11-183" fmla="*/ 3783725 w 4656083"/>
              <a:gd name="connsiteY11-184" fmla="*/ 2060027 h 4939862"/>
              <a:gd name="connsiteX12-185" fmla="*/ 3689131 w 4656083"/>
              <a:gd name="connsiteY12-186" fmla="*/ 1881351 h 4939862"/>
              <a:gd name="connsiteX13-187" fmla="*/ 3447393 w 4656083"/>
              <a:gd name="connsiteY13-188" fmla="*/ 1723696 h 4939862"/>
              <a:gd name="connsiteX14-189" fmla="*/ 4498428 w 4656083"/>
              <a:gd name="connsiteY14-190" fmla="*/ 1587062 h 4939862"/>
              <a:gd name="connsiteX15-191" fmla="*/ 4656083 w 4656083"/>
              <a:gd name="connsiteY15-192" fmla="*/ 2921875 h 4939862"/>
              <a:gd name="connsiteX16-193" fmla="*/ 4508938 w 4656083"/>
              <a:gd name="connsiteY16-194" fmla="*/ 4561489 h 4939862"/>
              <a:gd name="connsiteX17-195" fmla="*/ 3499945 w 4656083"/>
              <a:gd name="connsiteY17-196" fmla="*/ 4939862 h 4939862"/>
              <a:gd name="connsiteX18-197" fmla="*/ 105104 w 4656083"/>
              <a:gd name="connsiteY18-198" fmla="*/ 4897820 h 4939862"/>
              <a:gd name="connsiteX19-199" fmla="*/ 0 w 4656083"/>
              <a:gd name="connsiteY19-200" fmla="*/ 0 h 4939862"/>
              <a:gd name="connsiteX0-201" fmla="*/ 0 w 4656083"/>
              <a:gd name="connsiteY0-202" fmla="*/ 0 h 4939862"/>
              <a:gd name="connsiteX1-203" fmla="*/ 0 w 4656083"/>
              <a:gd name="connsiteY1-204" fmla="*/ 0 h 4939862"/>
              <a:gd name="connsiteX2-205" fmla="*/ 94593 w 4656083"/>
              <a:gd name="connsiteY2-206" fmla="*/ 10510 h 4939862"/>
              <a:gd name="connsiteX3-207" fmla="*/ 2375338 w 4656083"/>
              <a:gd name="connsiteY3-208" fmla="*/ 42041 h 4939862"/>
              <a:gd name="connsiteX4-209" fmla="*/ 2375338 w 4656083"/>
              <a:gd name="connsiteY4-210" fmla="*/ 1418896 h 4939862"/>
              <a:gd name="connsiteX5-211" fmla="*/ 1660635 w 4656083"/>
              <a:gd name="connsiteY5-212" fmla="*/ 1923393 h 4939862"/>
              <a:gd name="connsiteX6-213" fmla="*/ 1660635 w 4656083"/>
              <a:gd name="connsiteY6-214" fmla="*/ 2459420 h 4939862"/>
              <a:gd name="connsiteX7-215" fmla="*/ 3132083 w 4656083"/>
              <a:gd name="connsiteY7-216" fmla="*/ 3090041 h 4939862"/>
              <a:gd name="connsiteX8-217" fmla="*/ 3605049 w 4656083"/>
              <a:gd name="connsiteY8-218" fmla="*/ 2869324 h 4939862"/>
              <a:gd name="connsiteX9-219" fmla="*/ 3762704 w 4656083"/>
              <a:gd name="connsiteY9-220" fmla="*/ 2585544 h 4939862"/>
              <a:gd name="connsiteX10-221" fmla="*/ 3825766 w 4656083"/>
              <a:gd name="connsiteY10-222" fmla="*/ 2259724 h 4939862"/>
              <a:gd name="connsiteX11-223" fmla="*/ 3783725 w 4656083"/>
              <a:gd name="connsiteY11-224" fmla="*/ 2060027 h 4939862"/>
              <a:gd name="connsiteX12-225" fmla="*/ 3689131 w 4656083"/>
              <a:gd name="connsiteY12-226" fmla="*/ 1881351 h 4939862"/>
              <a:gd name="connsiteX13-227" fmla="*/ 3447393 w 4656083"/>
              <a:gd name="connsiteY13-228" fmla="*/ 1723696 h 4939862"/>
              <a:gd name="connsiteX14-229" fmla="*/ 4498428 w 4656083"/>
              <a:gd name="connsiteY14-230" fmla="*/ 1587062 h 4939862"/>
              <a:gd name="connsiteX15-231" fmla="*/ 4656083 w 4656083"/>
              <a:gd name="connsiteY15-232" fmla="*/ 2921875 h 4939862"/>
              <a:gd name="connsiteX16-233" fmla="*/ 4508938 w 4656083"/>
              <a:gd name="connsiteY16-234" fmla="*/ 4561489 h 4939862"/>
              <a:gd name="connsiteX17-235" fmla="*/ 3499945 w 4656083"/>
              <a:gd name="connsiteY17-236" fmla="*/ 4939862 h 4939862"/>
              <a:gd name="connsiteX18-237" fmla="*/ 105104 w 4656083"/>
              <a:gd name="connsiteY18-238" fmla="*/ 4897820 h 4939862"/>
              <a:gd name="connsiteX19-239" fmla="*/ 0 w 4656083"/>
              <a:gd name="connsiteY19-240" fmla="*/ 0 h 4939862"/>
              <a:gd name="connsiteX0-241" fmla="*/ 0 w 4656083"/>
              <a:gd name="connsiteY0-242" fmla="*/ 0 h 4939862"/>
              <a:gd name="connsiteX1-243" fmla="*/ 0 w 4656083"/>
              <a:gd name="connsiteY1-244" fmla="*/ 0 h 4939862"/>
              <a:gd name="connsiteX2-245" fmla="*/ 94593 w 4656083"/>
              <a:gd name="connsiteY2-246" fmla="*/ 10510 h 4939862"/>
              <a:gd name="connsiteX3-247" fmla="*/ 2375338 w 4656083"/>
              <a:gd name="connsiteY3-248" fmla="*/ 42041 h 4939862"/>
              <a:gd name="connsiteX4-249" fmla="*/ 2375338 w 4656083"/>
              <a:gd name="connsiteY4-250" fmla="*/ 1418896 h 4939862"/>
              <a:gd name="connsiteX5-251" fmla="*/ 1660635 w 4656083"/>
              <a:gd name="connsiteY5-252" fmla="*/ 1923393 h 4939862"/>
              <a:gd name="connsiteX6-253" fmla="*/ 1660635 w 4656083"/>
              <a:gd name="connsiteY6-254" fmla="*/ 2459420 h 4939862"/>
              <a:gd name="connsiteX7-255" fmla="*/ 3132083 w 4656083"/>
              <a:gd name="connsiteY7-256" fmla="*/ 3090041 h 4939862"/>
              <a:gd name="connsiteX8-257" fmla="*/ 3605049 w 4656083"/>
              <a:gd name="connsiteY8-258" fmla="*/ 2869324 h 4939862"/>
              <a:gd name="connsiteX9-259" fmla="*/ 3804745 w 4656083"/>
              <a:gd name="connsiteY9-260" fmla="*/ 2596054 h 4939862"/>
              <a:gd name="connsiteX10-261" fmla="*/ 3825766 w 4656083"/>
              <a:gd name="connsiteY10-262" fmla="*/ 2259724 h 4939862"/>
              <a:gd name="connsiteX11-263" fmla="*/ 3783725 w 4656083"/>
              <a:gd name="connsiteY11-264" fmla="*/ 2060027 h 4939862"/>
              <a:gd name="connsiteX12-265" fmla="*/ 3689131 w 4656083"/>
              <a:gd name="connsiteY12-266" fmla="*/ 1881351 h 4939862"/>
              <a:gd name="connsiteX13-267" fmla="*/ 3447393 w 4656083"/>
              <a:gd name="connsiteY13-268" fmla="*/ 1723696 h 4939862"/>
              <a:gd name="connsiteX14-269" fmla="*/ 4498428 w 4656083"/>
              <a:gd name="connsiteY14-270" fmla="*/ 1587062 h 4939862"/>
              <a:gd name="connsiteX15-271" fmla="*/ 4656083 w 4656083"/>
              <a:gd name="connsiteY15-272" fmla="*/ 2921875 h 4939862"/>
              <a:gd name="connsiteX16-273" fmla="*/ 4508938 w 4656083"/>
              <a:gd name="connsiteY16-274" fmla="*/ 4561489 h 4939862"/>
              <a:gd name="connsiteX17-275" fmla="*/ 3499945 w 4656083"/>
              <a:gd name="connsiteY17-276" fmla="*/ 4939862 h 4939862"/>
              <a:gd name="connsiteX18-277" fmla="*/ 105104 w 4656083"/>
              <a:gd name="connsiteY18-278" fmla="*/ 4897820 h 4939862"/>
              <a:gd name="connsiteX19-279" fmla="*/ 0 w 4656083"/>
              <a:gd name="connsiteY19-280" fmla="*/ 0 h 4939862"/>
              <a:gd name="connsiteX0-281" fmla="*/ 0 w 4656083"/>
              <a:gd name="connsiteY0-282" fmla="*/ 0 h 4939862"/>
              <a:gd name="connsiteX1-283" fmla="*/ 0 w 4656083"/>
              <a:gd name="connsiteY1-284" fmla="*/ 0 h 4939862"/>
              <a:gd name="connsiteX2-285" fmla="*/ 94593 w 4656083"/>
              <a:gd name="connsiteY2-286" fmla="*/ 10510 h 4939862"/>
              <a:gd name="connsiteX3-287" fmla="*/ 2375338 w 4656083"/>
              <a:gd name="connsiteY3-288" fmla="*/ 42041 h 4939862"/>
              <a:gd name="connsiteX4-289" fmla="*/ 2375338 w 4656083"/>
              <a:gd name="connsiteY4-290" fmla="*/ 1418896 h 4939862"/>
              <a:gd name="connsiteX5-291" fmla="*/ 1660635 w 4656083"/>
              <a:gd name="connsiteY5-292" fmla="*/ 1923393 h 4939862"/>
              <a:gd name="connsiteX6-293" fmla="*/ 1555531 w 4656083"/>
              <a:gd name="connsiteY6-294" fmla="*/ 2469930 h 4939862"/>
              <a:gd name="connsiteX7-295" fmla="*/ 3132083 w 4656083"/>
              <a:gd name="connsiteY7-296" fmla="*/ 3090041 h 4939862"/>
              <a:gd name="connsiteX8-297" fmla="*/ 3605049 w 4656083"/>
              <a:gd name="connsiteY8-298" fmla="*/ 2869324 h 4939862"/>
              <a:gd name="connsiteX9-299" fmla="*/ 3804745 w 4656083"/>
              <a:gd name="connsiteY9-300" fmla="*/ 2596054 h 4939862"/>
              <a:gd name="connsiteX10-301" fmla="*/ 3825766 w 4656083"/>
              <a:gd name="connsiteY10-302" fmla="*/ 2259724 h 4939862"/>
              <a:gd name="connsiteX11-303" fmla="*/ 3783725 w 4656083"/>
              <a:gd name="connsiteY11-304" fmla="*/ 2060027 h 4939862"/>
              <a:gd name="connsiteX12-305" fmla="*/ 3689131 w 4656083"/>
              <a:gd name="connsiteY12-306" fmla="*/ 1881351 h 4939862"/>
              <a:gd name="connsiteX13-307" fmla="*/ 3447393 w 4656083"/>
              <a:gd name="connsiteY13-308" fmla="*/ 1723696 h 4939862"/>
              <a:gd name="connsiteX14-309" fmla="*/ 4498428 w 4656083"/>
              <a:gd name="connsiteY14-310" fmla="*/ 1587062 h 4939862"/>
              <a:gd name="connsiteX15-311" fmla="*/ 4656083 w 4656083"/>
              <a:gd name="connsiteY15-312" fmla="*/ 2921875 h 4939862"/>
              <a:gd name="connsiteX16-313" fmla="*/ 4508938 w 4656083"/>
              <a:gd name="connsiteY16-314" fmla="*/ 4561489 h 4939862"/>
              <a:gd name="connsiteX17-315" fmla="*/ 3499945 w 4656083"/>
              <a:gd name="connsiteY17-316" fmla="*/ 4939862 h 4939862"/>
              <a:gd name="connsiteX18-317" fmla="*/ 105104 w 4656083"/>
              <a:gd name="connsiteY18-318" fmla="*/ 4897820 h 4939862"/>
              <a:gd name="connsiteX19-319" fmla="*/ 0 w 4656083"/>
              <a:gd name="connsiteY19-320" fmla="*/ 0 h 4939862"/>
              <a:gd name="connsiteX0-321" fmla="*/ 0 w 4656083"/>
              <a:gd name="connsiteY0-322" fmla="*/ 0 h 4939862"/>
              <a:gd name="connsiteX1-323" fmla="*/ 0 w 4656083"/>
              <a:gd name="connsiteY1-324" fmla="*/ 0 h 4939862"/>
              <a:gd name="connsiteX2-325" fmla="*/ 94593 w 4656083"/>
              <a:gd name="connsiteY2-326" fmla="*/ 10510 h 4939862"/>
              <a:gd name="connsiteX3-327" fmla="*/ 2375338 w 4656083"/>
              <a:gd name="connsiteY3-328" fmla="*/ 42041 h 4939862"/>
              <a:gd name="connsiteX4-329" fmla="*/ 2375338 w 4656083"/>
              <a:gd name="connsiteY4-330" fmla="*/ 1418896 h 4939862"/>
              <a:gd name="connsiteX5-331" fmla="*/ 1692166 w 4656083"/>
              <a:gd name="connsiteY5-332" fmla="*/ 1923393 h 4939862"/>
              <a:gd name="connsiteX6-333" fmla="*/ 1555531 w 4656083"/>
              <a:gd name="connsiteY6-334" fmla="*/ 2469930 h 4939862"/>
              <a:gd name="connsiteX7-335" fmla="*/ 3132083 w 4656083"/>
              <a:gd name="connsiteY7-336" fmla="*/ 3090041 h 4939862"/>
              <a:gd name="connsiteX8-337" fmla="*/ 3605049 w 4656083"/>
              <a:gd name="connsiteY8-338" fmla="*/ 2869324 h 4939862"/>
              <a:gd name="connsiteX9-339" fmla="*/ 3804745 w 4656083"/>
              <a:gd name="connsiteY9-340" fmla="*/ 2596054 h 4939862"/>
              <a:gd name="connsiteX10-341" fmla="*/ 3825766 w 4656083"/>
              <a:gd name="connsiteY10-342" fmla="*/ 2259724 h 4939862"/>
              <a:gd name="connsiteX11-343" fmla="*/ 3783725 w 4656083"/>
              <a:gd name="connsiteY11-344" fmla="*/ 2060027 h 4939862"/>
              <a:gd name="connsiteX12-345" fmla="*/ 3689131 w 4656083"/>
              <a:gd name="connsiteY12-346" fmla="*/ 1881351 h 4939862"/>
              <a:gd name="connsiteX13-347" fmla="*/ 3447393 w 4656083"/>
              <a:gd name="connsiteY13-348" fmla="*/ 1723696 h 4939862"/>
              <a:gd name="connsiteX14-349" fmla="*/ 4498428 w 4656083"/>
              <a:gd name="connsiteY14-350" fmla="*/ 1587062 h 4939862"/>
              <a:gd name="connsiteX15-351" fmla="*/ 4656083 w 4656083"/>
              <a:gd name="connsiteY15-352" fmla="*/ 2921875 h 4939862"/>
              <a:gd name="connsiteX16-353" fmla="*/ 4508938 w 4656083"/>
              <a:gd name="connsiteY16-354" fmla="*/ 4561489 h 4939862"/>
              <a:gd name="connsiteX17-355" fmla="*/ 3499945 w 4656083"/>
              <a:gd name="connsiteY17-356" fmla="*/ 4939862 h 4939862"/>
              <a:gd name="connsiteX18-357" fmla="*/ 105104 w 4656083"/>
              <a:gd name="connsiteY18-358" fmla="*/ 4897820 h 4939862"/>
              <a:gd name="connsiteX19-359" fmla="*/ 0 w 4656083"/>
              <a:gd name="connsiteY19-360" fmla="*/ 0 h 4939862"/>
              <a:gd name="connsiteX0-361" fmla="*/ 0 w 4656083"/>
              <a:gd name="connsiteY0-362" fmla="*/ 0 h 4939862"/>
              <a:gd name="connsiteX1-363" fmla="*/ 0 w 4656083"/>
              <a:gd name="connsiteY1-364" fmla="*/ 0 h 4939862"/>
              <a:gd name="connsiteX2-365" fmla="*/ 94593 w 4656083"/>
              <a:gd name="connsiteY2-366" fmla="*/ 10510 h 4939862"/>
              <a:gd name="connsiteX3-367" fmla="*/ 2375338 w 4656083"/>
              <a:gd name="connsiteY3-368" fmla="*/ 42041 h 4939862"/>
              <a:gd name="connsiteX4-369" fmla="*/ 2438400 w 4656083"/>
              <a:gd name="connsiteY4-370" fmla="*/ 1471447 h 4939862"/>
              <a:gd name="connsiteX5-371" fmla="*/ 1692166 w 4656083"/>
              <a:gd name="connsiteY5-372" fmla="*/ 1923393 h 4939862"/>
              <a:gd name="connsiteX6-373" fmla="*/ 1555531 w 4656083"/>
              <a:gd name="connsiteY6-374" fmla="*/ 2469930 h 4939862"/>
              <a:gd name="connsiteX7-375" fmla="*/ 3132083 w 4656083"/>
              <a:gd name="connsiteY7-376" fmla="*/ 3090041 h 4939862"/>
              <a:gd name="connsiteX8-377" fmla="*/ 3605049 w 4656083"/>
              <a:gd name="connsiteY8-378" fmla="*/ 2869324 h 4939862"/>
              <a:gd name="connsiteX9-379" fmla="*/ 3804745 w 4656083"/>
              <a:gd name="connsiteY9-380" fmla="*/ 2596054 h 4939862"/>
              <a:gd name="connsiteX10-381" fmla="*/ 3825766 w 4656083"/>
              <a:gd name="connsiteY10-382" fmla="*/ 2259724 h 4939862"/>
              <a:gd name="connsiteX11-383" fmla="*/ 3783725 w 4656083"/>
              <a:gd name="connsiteY11-384" fmla="*/ 2060027 h 4939862"/>
              <a:gd name="connsiteX12-385" fmla="*/ 3689131 w 4656083"/>
              <a:gd name="connsiteY12-386" fmla="*/ 1881351 h 4939862"/>
              <a:gd name="connsiteX13-387" fmla="*/ 3447393 w 4656083"/>
              <a:gd name="connsiteY13-388" fmla="*/ 1723696 h 4939862"/>
              <a:gd name="connsiteX14-389" fmla="*/ 4498428 w 4656083"/>
              <a:gd name="connsiteY14-390" fmla="*/ 1587062 h 4939862"/>
              <a:gd name="connsiteX15-391" fmla="*/ 4656083 w 4656083"/>
              <a:gd name="connsiteY15-392" fmla="*/ 2921875 h 4939862"/>
              <a:gd name="connsiteX16-393" fmla="*/ 4508938 w 4656083"/>
              <a:gd name="connsiteY16-394" fmla="*/ 4561489 h 4939862"/>
              <a:gd name="connsiteX17-395" fmla="*/ 3499945 w 4656083"/>
              <a:gd name="connsiteY17-396" fmla="*/ 4939862 h 4939862"/>
              <a:gd name="connsiteX18-397" fmla="*/ 105104 w 4656083"/>
              <a:gd name="connsiteY18-398" fmla="*/ 4897820 h 4939862"/>
              <a:gd name="connsiteX19-399" fmla="*/ 0 w 4656083"/>
              <a:gd name="connsiteY19-400" fmla="*/ 0 h 4939862"/>
              <a:gd name="connsiteX0-401" fmla="*/ 0 w 4656083"/>
              <a:gd name="connsiteY0-402" fmla="*/ 0 h 4939862"/>
              <a:gd name="connsiteX1-403" fmla="*/ 0 w 4656083"/>
              <a:gd name="connsiteY1-404" fmla="*/ 0 h 4939862"/>
              <a:gd name="connsiteX2-405" fmla="*/ 94593 w 4656083"/>
              <a:gd name="connsiteY2-406" fmla="*/ 10510 h 4939862"/>
              <a:gd name="connsiteX3-407" fmla="*/ 2375338 w 4656083"/>
              <a:gd name="connsiteY3-408" fmla="*/ 42041 h 4939862"/>
              <a:gd name="connsiteX4-409" fmla="*/ 2438400 w 4656083"/>
              <a:gd name="connsiteY4-410" fmla="*/ 1471447 h 4939862"/>
              <a:gd name="connsiteX5-411" fmla="*/ 1692166 w 4656083"/>
              <a:gd name="connsiteY5-412" fmla="*/ 1923393 h 4939862"/>
              <a:gd name="connsiteX6-413" fmla="*/ 1555531 w 4656083"/>
              <a:gd name="connsiteY6-414" fmla="*/ 2469930 h 4939862"/>
              <a:gd name="connsiteX7-415" fmla="*/ 3132083 w 4656083"/>
              <a:gd name="connsiteY7-416" fmla="*/ 3090041 h 4939862"/>
              <a:gd name="connsiteX8-417" fmla="*/ 3605049 w 4656083"/>
              <a:gd name="connsiteY8-418" fmla="*/ 2869324 h 4939862"/>
              <a:gd name="connsiteX9-419" fmla="*/ 3804745 w 4656083"/>
              <a:gd name="connsiteY9-420" fmla="*/ 2596054 h 4939862"/>
              <a:gd name="connsiteX10-421" fmla="*/ 3825766 w 4656083"/>
              <a:gd name="connsiteY10-422" fmla="*/ 2259724 h 4939862"/>
              <a:gd name="connsiteX11-423" fmla="*/ 3783725 w 4656083"/>
              <a:gd name="connsiteY11-424" fmla="*/ 2060027 h 4939862"/>
              <a:gd name="connsiteX12-425" fmla="*/ 3689131 w 4656083"/>
              <a:gd name="connsiteY12-426" fmla="*/ 1881351 h 4939862"/>
              <a:gd name="connsiteX13-427" fmla="*/ 3447393 w 4656083"/>
              <a:gd name="connsiteY13-428" fmla="*/ 1723696 h 4939862"/>
              <a:gd name="connsiteX14-429" fmla="*/ 4498428 w 4656083"/>
              <a:gd name="connsiteY14-430" fmla="*/ 1587062 h 4939862"/>
              <a:gd name="connsiteX15-431" fmla="*/ 4656083 w 4656083"/>
              <a:gd name="connsiteY15-432" fmla="*/ 2921875 h 4939862"/>
              <a:gd name="connsiteX16-433" fmla="*/ 4508938 w 4656083"/>
              <a:gd name="connsiteY16-434" fmla="*/ 4561489 h 4939862"/>
              <a:gd name="connsiteX17-435" fmla="*/ 3499945 w 4656083"/>
              <a:gd name="connsiteY17-436" fmla="*/ 4939862 h 4939862"/>
              <a:gd name="connsiteX18-437" fmla="*/ 105104 w 4656083"/>
              <a:gd name="connsiteY18-438" fmla="*/ 4897820 h 4939862"/>
              <a:gd name="connsiteX19-439" fmla="*/ 0 w 4656083"/>
              <a:gd name="connsiteY19-440" fmla="*/ 0 h 4939862"/>
              <a:gd name="connsiteX0-441" fmla="*/ 126410 w 4656369"/>
              <a:gd name="connsiteY0-442" fmla="*/ 234571 h 4953715"/>
              <a:gd name="connsiteX1-443" fmla="*/ 286 w 4656369"/>
              <a:gd name="connsiteY1-444" fmla="*/ 13853 h 4953715"/>
              <a:gd name="connsiteX2-445" fmla="*/ 94879 w 4656369"/>
              <a:gd name="connsiteY2-446" fmla="*/ 24363 h 4953715"/>
              <a:gd name="connsiteX3-447" fmla="*/ 2375624 w 4656369"/>
              <a:gd name="connsiteY3-448" fmla="*/ 55894 h 4953715"/>
              <a:gd name="connsiteX4-449" fmla="*/ 2438686 w 4656369"/>
              <a:gd name="connsiteY4-450" fmla="*/ 1485300 h 4953715"/>
              <a:gd name="connsiteX5-451" fmla="*/ 1692452 w 4656369"/>
              <a:gd name="connsiteY5-452" fmla="*/ 1937246 h 4953715"/>
              <a:gd name="connsiteX6-453" fmla="*/ 1555817 w 4656369"/>
              <a:gd name="connsiteY6-454" fmla="*/ 2483783 h 4953715"/>
              <a:gd name="connsiteX7-455" fmla="*/ 3132369 w 4656369"/>
              <a:gd name="connsiteY7-456" fmla="*/ 3103894 h 4953715"/>
              <a:gd name="connsiteX8-457" fmla="*/ 3605335 w 4656369"/>
              <a:gd name="connsiteY8-458" fmla="*/ 2883177 h 4953715"/>
              <a:gd name="connsiteX9-459" fmla="*/ 3805031 w 4656369"/>
              <a:gd name="connsiteY9-460" fmla="*/ 2609907 h 4953715"/>
              <a:gd name="connsiteX10-461" fmla="*/ 3826052 w 4656369"/>
              <a:gd name="connsiteY10-462" fmla="*/ 2273577 h 4953715"/>
              <a:gd name="connsiteX11-463" fmla="*/ 3784011 w 4656369"/>
              <a:gd name="connsiteY11-464" fmla="*/ 2073880 h 4953715"/>
              <a:gd name="connsiteX12-465" fmla="*/ 3689417 w 4656369"/>
              <a:gd name="connsiteY12-466" fmla="*/ 1895204 h 4953715"/>
              <a:gd name="connsiteX13-467" fmla="*/ 3447679 w 4656369"/>
              <a:gd name="connsiteY13-468" fmla="*/ 1737549 h 4953715"/>
              <a:gd name="connsiteX14-469" fmla="*/ 4498714 w 4656369"/>
              <a:gd name="connsiteY14-470" fmla="*/ 1600915 h 4953715"/>
              <a:gd name="connsiteX15-471" fmla="*/ 4656369 w 4656369"/>
              <a:gd name="connsiteY15-472" fmla="*/ 2935728 h 4953715"/>
              <a:gd name="connsiteX16-473" fmla="*/ 4509224 w 4656369"/>
              <a:gd name="connsiteY16-474" fmla="*/ 4575342 h 4953715"/>
              <a:gd name="connsiteX17-475" fmla="*/ 3500231 w 4656369"/>
              <a:gd name="connsiteY17-476" fmla="*/ 4953715 h 4953715"/>
              <a:gd name="connsiteX18-477" fmla="*/ 105390 w 4656369"/>
              <a:gd name="connsiteY18-478" fmla="*/ 4911673 h 4953715"/>
              <a:gd name="connsiteX19-479" fmla="*/ 126410 w 4656369"/>
              <a:gd name="connsiteY19-480" fmla="*/ 234571 h 4953715"/>
              <a:gd name="connsiteX0-481" fmla="*/ 190699 w 4720658"/>
              <a:gd name="connsiteY0-482" fmla="*/ 417353 h 5136497"/>
              <a:gd name="connsiteX1-483" fmla="*/ 159168 w 4720658"/>
              <a:gd name="connsiteY1-484" fmla="*/ 207145 h 5136497"/>
              <a:gd name="connsiteX2-485" fmla="*/ 2439913 w 4720658"/>
              <a:gd name="connsiteY2-486" fmla="*/ 238676 h 5136497"/>
              <a:gd name="connsiteX3-487" fmla="*/ 2502975 w 4720658"/>
              <a:gd name="connsiteY3-488" fmla="*/ 1668082 h 5136497"/>
              <a:gd name="connsiteX4-489" fmla="*/ 1756741 w 4720658"/>
              <a:gd name="connsiteY4-490" fmla="*/ 2120028 h 5136497"/>
              <a:gd name="connsiteX5-491" fmla="*/ 1620106 w 4720658"/>
              <a:gd name="connsiteY5-492" fmla="*/ 2666565 h 5136497"/>
              <a:gd name="connsiteX6-493" fmla="*/ 3196658 w 4720658"/>
              <a:gd name="connsiteY6-494" fmla="*/ 3286676 h 5136497"/>
              <a:gd name="connsiteX7-495" fmla="*/ 3669624 w 4720658"/>
              <a:gd name="connsiteY7-496" fmla="*/ 3065959 h 5136497"/>
              <a:gd name="connsiteX8-497" fmla="*/ 3869320 w 4720658"/>
              <a:gd name="connsiteY8-498" fmla="*/ 2792689 h 5136497"/>
              <a:gd name="connsiteX9-499" fmla="*/ 3890341 w 4720658"/>
              <a:gd name="connsiteY9-500" fmla="*/ 2456359 h 5136497"/>
              <a:gd name="connsiteX10-501" fmla="*/ 3848300 w 4720658"/>
              <a:gd name="connsiteY10-502" fmla="*/ 2256662 h 5136497"/>
              <a:gd name="connsiteX11-503" fmla="*/ 3753706 w 4720658"/>
              <a:gd name="connsiteY11-504" fmla="*/ 2077986 h 5136497"/>
              <a:gd name="connsiteX12-505" fmla="*/ 3511968 w 4720658"/>
              <a:gd name="connsiteY12-506" fmla="*/ 1920331 h 5136497"/>
              <a:gd name="connsiteX13-507" fmla="*/ 4563003 w 4720658"/>
              <a:gd name="connsiteY13-508" fmla="*/ 1783697 h 5136497"/>
              <a:gd name="connsiteX14-509" fmla="*/ 4720658 w 4720658"/>
              <a:gd name="connsiteY14-510" fmla="*/ 3118510 h 5136497"/>
              <a:gd name="connsiteX15-511" fmla="*/ 4573513 w 4720658"/>
              <a:gd name="connsiteY15-512" fmla="*/ 4758124 h 5136497"/>
              <a:gd name="connsiteX16-513" fmla="*/ 3564520 w 4720658"/>
              <a:gd name="connsiteY16-514" fmla="*/ 5136497 h 5136497"/>
              <a:gd name="connsiteX17-515" fmla="*/ 169679 w 4720658"/>
              <a:gd name="connsiteY17-516" fmla="*/ 5094455 h 5136497"/>
              <a:gd name="connsiteX18-517" fmla="*/ 190699 w 4720658"/>
              <a:gd name="connsiteY18-518" fmla="*/ 417353 h 5136497"/>
              <a:gd name="connsiteX0-519" fmla="*/ 21020 w 4550979"/>
              <a:gd name="connsiteY0-520" fmla="*/ 476180 h 5195324"/>
              <a:gd name="connsiteX1-521" fmla="*/ 2270234 w 4550979"/>
              <a:gd name="connsiteY1-522" fmla="*/ 297503 h 5195324"/>
              <a:gd name="connsiteX2-523" fmla="*/ 2333296 w 4550979"/>
              <a:gd name="connsiteY2-524" fmla="*/ 1726909 h 5195324"/>
              <a:gd name="connsiteX3-525" fmla="*/ 1587062 w 4550979"/>
              <a:gd name="connsiteY3-526" fmla="*/ 2178855 h 5195324"/>
              <a:gd name="connsiteX4-527" fmla="*/ 1450427 w 4550979"/>
              <a:gd name="connsiteY4-528" fmla="*/ 2725392 h 5195324"/>
              <a:gd name="connsiteX5-529" fmla="*/ 3026979 w 4550979"/>
              <a:gd name="connsiteY5-530" fmla="*/ 3345503 h 5195324"/>
              <a:gd name="connsiteX6-531" fmla="*/ 3499945 w 4550979"/>
              <a:gd name="connsiteY6-532" fmla="*/ 3124786 h 5195324"/>
              <a:gd name="connsiteX7-533" fmla="*/ 3699641 w 4550979"/>
              <a:gd name="connsiteY7-534" fmla="*/ 2851516 h 5195324"/>
              <a:gd name="connsiteX8-535" fmla="*/ 3720662 w 4550979"/>
              <a:gd name="connsiteY8-536" fmla="*/ 2515186 h 5195324"/>
              <a:gd name="connsiteX9-537" fmla="*/ 3678621 w 4550979"/>
              <a:gd name="connsiteY9-538" fmla="*/ 2315489 h 5195324"/>
              <a:gd name="connsiteX10-539" fmla="*/ 3584027 w 4550979"/>
              <a:gd name="connsiteY10-540" fmla="*/ 2136813 h 5195324"/>
              <a:gd name="connsiteX11-541" fmla="*/ 3342289 w 4550979"/>
              <a:gd name="connsiteY11-542" fmla="*/ 1979158 h 5195324"/>
              <a:gd name="connsiteX12-543" fmla="*/ 4393324 w 4550979"/>
              <a:gd name="connsiteY12-544" fmla="*/ 1842524 h 5195324"/>
              <a:gd name="connsiteX13-545" fmla="*/ 4550979 w 4550979"/>
              <a:gd name="connsiteY13-546" fmla="*/ 3177337 h 5195324"/>
              <a:gd name="connsiteX14-547" fmla="*/ 4403834 w 4550979"/>
              <a:gd name="connsiteY14-548" fmla="*/ 4816951 h 5195324"/>
              <a:gd name="connsiteX15-549" fmla="*/ 3394841 w 4550979"/>
              <a:gd name="connsiteY15-550" fmla="*/ 5195324 h 5195324"/>
              <a:gd name="connsiteX16-551" fmla="*/ 0 w 4550979"/>
              <a:gd name="connsiteY16-552" fmla="*/ 5153282 h 5195324"/>
              <a:gd name="connsiteX17-553" fmla="*/ 21020 w 4550979"/>
              <a:gd name="connsiteY17-554" fmla="*/ 476180 h 5195324"/>
              <a:gd name="connsiteX0-555" fmla="*/ 21020 w 4550979"/>
              <a:gd name="connsiteY0-556" fmla="*/ 258442 h 4977586"/>
              <a:gd name="connsiteX1-557" fmla="*/ 2270234 w 4550979"/>
              <a:gd name="connsiteY1-558" fmla="*/ 79765 h 4977586"/>
              <a:gd name="connsiteX2-559" fmla="*/ 2333296 w 4550979"/>
              <a:gd name="connsiteY2-560" fmla="*/ 1509171 h 4977586"/>
              <a:gd name="connsiteX3-561" fmla="*/ 1587062 w 4550979"/>
              <a:gd name="connsiteY3-562" fmla="*/ 1961117 h 4977586"/>
              <a:gd name="connsiteX4-563" fmla="*/ 1450427 w 4550979"/>
              <a:gd name="connsiteY4-564" fmla="*/ 2507654 h 4977586"/>
              <a:gd name="connsiteX5-565" fmla="*/ 3026979 w 4550979"/>
              <a:gd name="connsiteY5-566" fmla="*/ 3127765 h 4977586"/>
              <a:gd name="connsiteX6-567" fmla="*/ 3499945 w 4550979"/>
              <a:gd name="connsiteY6-568" fmla="*/ 2907048 h 4977586"/>
              <a:gd name="connsiteX7-569" fmla="*/ 3699641 w 4550979"/>
              <a:gd name="connsiteY7-570" fmla="*/ 2633778 h 4977586"/>
              <a:gd name="connsiteX8-571" fmla="*/ 3720662 w 4550979"/>
              <a:gd name="connsiteY8-572" fmla="*/ 2297448 h 4977586"/>
              <a:gd name="connsiteX9-573" fmla="*/ 3678621 w 4550979"/>
              <a:gd name="connsiteY9-574" fmla="*/ 2097751 h 4977586"/>
              <a:gd name="connsiteX10-575" fmla="*/ 3584027 w 4550979"/>
              <a:gd name="connsiteY10-576" fmla="*/ 1919075 h 4977586"/>
              <a:gd name="connsiteX11-577" fmla="*/ 3342289 w 4550979"/>
              <a:gd name="connsiteY11-578" fmla="*/ 1761420 h 4977586"/>
              <a:gd name="connsiteX12-579" fmla="*/ 4393324 w 4550979"/>
              <a:gd name="connsiteY12-580" fmla="*/ 1624786 h 4977586"/>
              <a:gd name="connsiteX13-581" fmla="*/ 4550979 w 4550979"/>
              <a:gd name="connsiteY13-582" fmla="*/ 2959599 h 4977586"/>
              <a:gd name="connsiteX14-583" fmla="*/ 4403834 w 4550979"/>
              <a:gd name="connsiteY14-584" fmla="*/ 4599213 h 4977586"/>
              <a:gd name="connsiteX15-585" fmla="*/ 3394841 w 4550979"/>
              <a:gd name="connsiteY15-586" fmla="*/ 4977586 h 4977586"/>
              <a:gd name="connsiteX16-587" fmla="*/ 0 w 4550979"/>
              <a:gd name="connsiteY16-588" fmla="*/ 4935544 h 4977586"/>
              <a:gd name="connsiteX17-589" fmla="*/ 21020 w 4550979"/>
              <a:gd name="connsiteY17-590" fmla="*/ 258442 h 4977586"/>
              <a:gd name="connsiteX0-591" fmla="*/ 21020 w 4550979"/>
              <a:gd name="connsiteY0-592" fmla="*/ 178677 h 4897821"/>
              <a:gd name="connsiteX1-593" fmla="*/ 2270234 w 4550979"/>
              <a:gd name="connsiteY1-594" fmla="*/ 0 h 4897821"/>
              <a:gd name="connsiteX2-595" fmla="*/ 2333296 w 4550979"/>
              <a:gd name="connsiteY2-596" fmla="*/ 1429406 h 4897821"/>
              <a:gd name="connsiteX3-597" fmla="*/ 1587062 w 4550979"/>
              <a:gd name="connsiteY3-598" fmla="*/ 1881352 h 4897821"/>
              <a:gd name="connsiteX4-599" fmla="*/ 1450427 w 4550979"/>
              <a:gd name="connsiteY4-600" fmla="*/ 2427889 h 4897821"/>
              <a:gd name="connsiteX5-601" fmla="*/ 3026979 w 4550979"/>
              <a:gd name="connsiteY5-602" fmla="*/ 3048000 h 4897821"/>
              <a:gd name="connsiteX6-603" fmla="*/ 3499945 w 4550979"/>
              <a:gd name="connsiteY6-604" fmla="*/ 2827283 h 4897821"/>
              <a:gd name="connsiteX7-605" fmla="*/ 3699641 w 4550979"/>
              <a:gd name="connsiteY7-606" fmla="*/ 2554013 h 4897821"/>
              <a:gd name="connsiteX8-607" fmla="*/ 3720662 w 4550979"/>
              <a:gd name="connsiteY8-608" fmla="*/ 2217683 h 4897821"/>
              <a:gd name="connsiteX9-609" fmla="*/ 3678621 w 4550979"/>
              <a:gd name="connsiteY9-610" fmla="*/ 2017986 h 4897821"/>
              <a:gd name="connsiteX10-611" fmla="*/ 3584027 w 4550979"/>
              <a:gd name="connsiteY10-612" fmla="*/ 1839310 h 4897821"/>
              <a:gd name="connsiteX11-613" fmla="*/ 3342289 w 4550979"/>
              <a:gd name="connsiteY11-614" fmla="*/ 1681655 h 4897821"/>
              <a:gd name="connsiteX12-615" fmla="*/ 4393324 w 4550979"/>
              <a:gd name="connsiteY12-616" fmla="*/ 1545021 h 4897821"/>
              <a:gd name="connsiteX13-617" fmla="*/ 4550979 w 4550979"/>
              <a:gd name="connsiteY13-618" fmla="*/ 2879834 h 4897821"/>
              <a:gd name="connsiteX14-619" fmla="*/ 4403834 w 4550979"/>
              <a:gd name="connsiteY14-620" fmla="*/ 4519448 h 4897821"/>
              <a:gd name="connsiteX15-621" fmla="*/ 3394841 w 4550979"/>
              <a:gd name="connsiteY15-622" fmla="*/ 4897821 h 4897821"/>
              <a:gd name="connsiteX16-623" fmla="*/ 0 w 4550979"/>
              <a:gd name="connsiteY16-624" fmla="*/ 4855779 h 4897821"/>
              <a:gd name="connsiteX17-625" fmla="*/ 21020 w 4550979"/>
              <a:gd name="connsiteY17-626" fmla="*/ 178677 h 4897821"/>
              <a:gd name="connsiteX0-627" fmla="*/ 21020 w 4550979"/>
              <a:gd name="connsiteY0-628" fmla="*/ 178677 h 4897821"/>
              <a:gd name="connsiteX1-629" fmla="*/ 2270234 w 4550979"/>
              <a:gd name="connsiteY1-630" fmla="*/ 0 h 4897821"/>
              <a:gd name="connsiteX2-631" fmla="*/ 2333296 w 4550979"/>
              <a:gd name="connsiteY2-632" fmla="*/ 1429406 h 4897821"/>
              <a:gd name="connsiteX3-633" fmla="*/ 1587062 w 4550979"/>
              <a:gd name="connsiteY3-634" fmla="*/ 1881352 h 4897821"/>
              <a:gd name="connsiteX4-635" fmla="*/ 1450427 w 4550979"/>
              <a:gd name="connsiteY4-636" fmla="*/ 2427889 h 4897821"/>
              <a:gd name="connsiteX5-637" fmla="*/ 3026979 w 4550979"/>
              <a:gd name="connsiteY5-638" fmla="*/ 3048000 h 4897821"/>
              <a:gd name="connsiteX6-639" fmla="*/ 3443339 w 4550979"/>
              <a:gd name="connsiteY6-640" fmla="*/ 2779385 h 4897821"/>
              <a:gd name="connsiteX7-641" fmla="*/ 3699641 w 4550979"/>
              <a:gd name="connsiteY7-642" fmla="*/ 2554013 h 4897821"/>
              <a:gd name="connsiteX8-643" fmla="*/ 3720662 w 4550979"/>
              <a:gd name="connsiteY8-644" fmla="*/ 2217683 h 4897821"/>
              <a:gd name="connsiteX9-645" fmla="*/ 3678621 w 4550979"/>
              <a:gd name="connsiteY9-646" fmla="*/ 2017986 h 4897821"/>
              <a:gd name="connsiteX10-647" fmla="*/ 3584027 w 4550979"/>
              <a:gd name="connsiteY10-648" fmla="*/ 1839310 h 4897821"/>
              <a:gd name="connsiteX11-649" fmla="*/ 3342289 w 4550979"/>
              <a:gd name="connsiteY11-650" fmla="*/ 1681655 h 4897821"/>
              <a:gd name="connsiteX12-651" fmla="*/ 4393324 w 4550979"/>
              <a:gd name="connsiteY12-652" fmla="*/ 1545021 h 4897821"/>
              <a:gd name="connsiteX13-653" fmla="*/ 4550979 w 4550979"/>
              <a:gd name="connsiteY13-654" fmla="*/ 2879834 h 4897821"/>
              <a:gd name="connsiteX14-655" fmla="*/ 4403834 w 4550979"/>
              <a:gd name="connsiteY14-656" fmla="*/ 4519448 h 4897821"/>
              <a:gd name="connsiteX15-657" fmla="*/ 3394841 w 4550979"/>
              <a:gd name="connsiteY15-658" fmla="*/ 4897821 h 4897821"/>
              <a:gd name="connsiteX16-659" fmla="*/ 0 w 4550979"/>
              <a:gd name="connsiteY16-660" fmla="*/ 4855779 h 4897821"/>
              <a:gd name="connsiteX17-661" fmla="*/ 21020 w 4550979"/>
              <a:gd name="connsiteY17-662" fmla="*/ 178677 h 4897821"/>
              <a:gd name="connsiteX0-663" fmla="*/ 21020 w 4550979"/>
              <a:gd name="connsiteY0-664" fmla="*/ 178677 h 4897821"/>
              <a:gd name="connsiteX1-665" fmla="*/ 2270234 w 4550979"/>
              <a:gd name="connsiteY1-666" fmla="*/ 0 h 4897821"/>
              <a:gd name="connsiteX2-667" fmla="*/ 2333296 w 4550979"/>
              <a:gd name="connsiteY2-668" fmla="*/ 1429406 h 4897821"/>
              <a:gd name="connsiteX3-669" fmla="*/ 1587062 w 4550979"/>
              <a:gd name="connsiteY3-670" fmla="*/ 1881352 h 4897821"/>
              <a:gd name="connsiteX4-671" fmla="*/ 1450427 w 4550979"/>
              <a:gd name="connsiteY4-672" fmla="*/ 2427889 h 4897821"/>
              <a:gd name="connsiteX5-673" fmla="*/ 3044396 w 4550979"/>
              <a:gd name="connsiteY5-674" fmla="*/ 2786743 h 4897821"/>
              <a:gd name="connsiteX6-675" fmla="*/ 3443339 w 4550979"/>
              <a:gd name="connsiteY6-676" fmla="*/ 2779385 h 4897821"/>
              <a:gd name="connsiteX7-677" fmla="*/ 3699641 w 4550979"/>
              <a:gd name="connsiteY7-678" fmla="*/ 2554013 h 4897821"/>
              <a:gd name="connsiteX8-679" fmla="*/ 3720662 w 4550979"/>
              <a:gd name="connsiteY8-680" fmla="*/ 2217683 h 4897821"/>
              <a:gd name="connsiteX9-681" fmla="*/ 3678621 w 4550979"/>
              <a:gd name="connsiteY9-682" fmla="*/ 2017986 h 4897821"/>
              <a:gd name="connsiteX10-683" fmla="*/ 3584027 w 4550979"/>
              <a:gd name="connsiteY10-684" fmla="*/ 1839310 h 4897821"/>
              <a:gd name="connsiteX11-685" fmla="*/ 3342289 w 4550979"/>
              <a:gd name="connsiteY11-686" fmla="*/ 1681655 h 4897821"/>
              <a:gd name="connsiteX12-687" fmla="*/ 4393324 w 4550979"/>
              <a:gd name="connsiteY12-688" fmla="*/ 1545021 h 4897821"/>
              <a:gd name="connsiteX13-689" fmla="*/ 4550979 w 4550979"/>
              <a:gd name="connsiteY13-690" fmla="*/ 2879834 h 4897821"/>
              <a:gd name="connsiteX14-691" fmla="*/ 4403834 w 4550979"/>
              <a:gd name="connsiteY14-692" fmla="*/ 4519448 h 4897821"/>
              <a:gd name="connsiteX15-693" fmla="*/ 3394841 w 4550979"/>
              <a:gd name="connsiteY15-694" fmla="*/ 4897821 h 4897821"/>
              <a:gd name="connsiteX16-695" fmla="*/ 0 w 4550979"/>
              <a:gd name="connsiteY16-696" fmla="*/ 4855779 h 4897821"/>
              <a:gd name="connsiteX17-697" fmla="*/ 21020 w 4550979"/>
              <a:gd name="connsiteY17-698" fmla="*/ 178677 h 4897821"/>
              <a:gd name="connsiteX0-699" fmla="*/ 21020 w 4550979"/>
              <a:gd name="connsiteY0-700" fmla="*/ 178677 h 4897821"/>
              <a:gd name="connsiteX1-701" fmla="*/ 2270234 w 4550979"/>
              <a:gd name="connsiteY1-702" fmla="*/ 0 h 4897821"/>
              <a:gd name="connsiteX2-703" fmla="*/ 2333296 w 4550979"/>
              <a:gd name="connsiteY2-704" fmla="*/ 1429406 h 4897821"/>
              <a:gd name="connsiteX3-705" fmla="*/ 1587062 w 4550979"/>
              <a:gd name="connsiteY3-706" fmla="*/ 1881352 h 4897821"/>
              <a:gd name="connsiteX4-707" fmla="*/ 1450427 w 4550979"/>
              <a:gd name="connsiteY4-708" fmla="*/ 2427889 h 4897821"/>
              <a:gd name="connsiteX5-709" fmla="*/ 3109710 w 4550979"/>
              <a:gd name="connsiteY5-710" fmla="*/ 2969623 h 4897821"/>
              <a:gd name="connsiteX6-711" fmla="*/ 3443339 w 4550979"/>
              <a:gd name="connsiteY6-712" fmla="*/ 2779385 h 4897821"/>
              <a:gd name="connsiteX7-713" fmla="*/ 3699641 w 4550979"/>
              <a:gd name="connsiteY7-714" fmla="*/ 2554013 h 4897821"/>
              <a:gd name="connsiteX8-715" fmla="*/ 3720662 w 4550979"/>
              <a:gd name="connsiteY8-716" fmla="*/ 2217683 h 4897821"/>
              <a:gd name="connsiteX9-717" fmla="*/ 3678621 w 4550979"/>
              <a:gd name="connsiteY9-718" fmla="*/ 2017986 h 4897821"/>
              <a:gd name="connsiteX10-719" fmla="*/ 3584027 w 4550979"/>
              <a:gd name="connsiteY10-720" fmla="*/ 1839310 h 4897821"/>
              <a:gd name="connsiteX11-721" fmla="*/ 3342289 w 4550979"/>
              <a:gd name="connsiteY11-722" fmla="*/ 1681655 h 4897821"/>
              <a:gd name="connsiteX12-723" fmla="*/ 4393324 w 4550979"/>
              <a:gd name="connsiteY12-724" fmla="*/ 1545021 h 4897821"/>
              <a:gd name="connsiteX13-725" fmla="*/ 4550979 w 4550979"/>
              <a:gd name="connsiteY13-726" fmla="*/ 2879834 h 4897821"/>
              <a:gd name="connsiteX14-727" fmla="*/ 4403834 w 4550979"/>
              <a:gd name="connsiteY14-728" fmla="*/ 4519448 h 4897821"/>
              <a:gd name="connsiteX15-729" fmla="*/ 3394841 w 4550979"/>
              <a:gd name="connsiteY15-730" fmla="*/ 4897821 h 4897821"/>
              <a:gd name="connsiteX16-731" fmla="*/ 0 w 4550979"/>
              <a:gd name="connsiteY16-732" fmla="*/ 4855779 h 4897821"/>
              <a:gd name="connsiteX17-733" fmla="*/ 21020 w 4550979"/>
              <a:gd name="connsiteY17-734" fmla="*/ 178677 h 4897821"/>
              <a:gd name="connsiteX0-735" fmla="*/ 21020 w 4550979"/>
              <a:gd name="connsiteY0-736" fmla="*/ 178677 h 4897821"/>
              <a:gd name="connsiteX1-737" fmla="*/ 2270234 w 4550979"/>
              <a:gd name="connsiteY1-738" fmla="*/ 0 h 4897821"/>
              <a:gd name="connsiteX2-739" fmla="*/ 2333296 w 4550979"/>
              <a:gd name="connsiteY2-740" fmla="*/ 1429406 h 4897821"/>
              <a:gd name="connsiteX3-741" fmla="*/ 1587062 w 4550979"/>
              <a:gd name="connsiteY3-742" fmla="*/ 1881352 h 4897821"/>
              <a:gd name="connsiteX4-743" fmla="*/ 1450427 w 4550979"/>
              <a:gd name="connsiteY4-744" fmla="*/ 2427889 h 4897821"/>
              <a:gd name="connsiteX5-745" fmla="*/ 3109710 w 4550979"/>
              <a:gd name="connsiteY5-746" fmla="*/ 2969623 h 4897821"/>
              <a:gd name="connsiteX6-747" fmla="*/ 3443339 w 4550979"/>
              <a:gd name="connsiteY6-748" fmla="*/ 2779385 h 4897821"/>
              <a:gd name="connsiteX7-749" fmla="*/ 3699641 w 4550979"/>
              <a:gd name="connsiteY7-750" fmla="*/ 2554013 h 4897821"/>
              <a:gd name="connsiteX8-751" fmla="*/ 3720662 w 4550979"/>
              <a:gd name="connsiteY8-752" fmla="*/ 2217683 h 4897821"/>
              <a:gd name="connsiteX9-753" fmla="*/ 3678621 w 4550979"/>
              <a:gd name="connsiteY9-754" fmla="*/ 2017986 h 4897821"/>
              <a:gd name="connsiteX10-755" fmla="*/ 3584027 w 4550979"/>
              <a:gd name="connsiteY10-756" fmla="*/ 1839310 h 4897821"/>
              <a:gd name="connsiteX11-757" fmla="*/ 3342289 w 4550979"/>
              <a:gd name="connsiteY11-758" fmla="*/ 1681655 h 4897821"/>
              <a:gd name="connsiteX12-759" fmla="*/ 4393324 w 4550979"/>
              <a:gd name="connsiteY12-760" fmla="*/ 1545021 h 4897821"/>
              <a:gd name="connsiteX13-761" fmla="*/ 4550979 w 4550979"/>
              <a:gd name="connsiteY13-762" fmla="*/ 2879834 h 4897821"/>
              <a:gd name="connsiteX14-763" fmla="*/ 4403834 w 4550979"/>
              <a:gd name="connsiteY14-764" fmla="*/ 4519448 h 4897821"/>
              <a:gd name="connsiteX15-765" fmla="*/ 3394841 w 4550979"/>
              <a:gd name="connsiteY15-766" fmla="*/ 4897821 h 4897821"/>
              <a:gd name="connsiteX16-767" fmla="*/ 0 w 4550979"/>
              <a:gd name="connsiteY16-768" fmla="*/ 4855779 h 4897821"/>
              <a:gd name="connsiteX17-769" fmla="*/ 21020 w 4550979"/>
              <a:gd name="connsiteY17-770" fmla="*/ 178677 h 4897821"/>
              <a:gd name="connsiteX0-771" fmla="*/ 21020 w 4550979"/>
              <a:gd name="connsiteY0-772" fmla="*/ 178677 h 4897821"/>
              <a:gd name="connsiteX1-773" fmla="*/ 2270234 w 4550979"/>
              <a:gd name="connsiteY1-774" fmla="*/ 0 h 4897821"/>
              <a:gd name="connsiteX2-775" fmla="*/ 2333296 w 4550979"/>
              <a:gd name="connsiteY2-776" fmla="*/ 1429406 h 4897821"/>
              <a:gd name="connsiteX3-777" fmla="*/ 1587062 w 4550979"/>
              <a:gd name="connsiteY3-778" fmla="*/ 1881352 h 4897821"/>
              <a:gd name="connsiteX4-779" fmla="*/ 1450427 w 4550979"/>
              <a:gd name="connsiteY4-780" fmla="*/ 2427889 h 4897821"/>
              <a:gd name="connsiteX5-781" fmla="*/ 3109710 w 4550979"/>
              <a:gd name="connsiteY5-782" fmla="*/ 2969623 h 4897821"/>
              <a:gd name="connsiteX6-783" fmla="*/ 3443339 w 4550979"/>
              <a:gd name="connsiteY6-784" fmla="*/ 2779385 h 4897821"/>
              <a:gd name="connsiteX7-785" fmla="*/ 3699641 w 4550979"/>
              <a:gd name="connsiteY7-786" fmla="*/ 2554013 h 4897821"/>
              <a:gd name="connsiteX8-787" fmla="*/ 3720662 w 4550979"/>
              <a:gd name="connsiteY8-788" fmla="*/ 2217683 h 4897821"/>
              <a:gd name="connsiteX9-789" fmla="*/ 3678621 w 4550979"/>
              <a:gd name="connsiteY9-790" fmla="*/ 2017986 h 4897821"/>
              <a:gd name="connsiteX10-791" fmla="*/ 3584027 w 4550979"/>
              <a:gd name="connsiteY10-792" fmla="*/ 1839310 h 4897821"/>
              <a:gd name="connsiteX11-793" fmla="*/ 3342289 w 4550979"/>
              <a:gd name="connsiteY11-794" fmla="*/ 1681655 h 4897821"/>
              <a:gd name="connsiteX12-795" fmla="*/ 4393324 w 4550979"/>
              <a:gd name="connsiteY12-796" fmla="*/ 1545021 h 4897821"/>
              <a:gd name="connsiteX13-797" fmla="*/ 4550979 w 4550979"/>
              <a:gd name="connsiteY13-798" fmla="*/ 2879834 h 4897821"/>
              <a:gd name="connsiteX14-799" fmla="*/ 4403834 w 4550979"/>
              <a:gd name="connsiteY14-800" fmla="*/ 4519448 h 4897821"/>
              <a:gd name="connsiteX15-801" fmla="*/ 3394841 w 4550979"/>
              <a:gd name="connsiteY15-802" fmla="*/ 4897821 h 4897821"/>
              <a:gd name="connsiteX16-803" fmla="*/ 0 w 4550979"/>
              <a:gd name="connsiteY16-804" fmla="*/ 4855779 h 4897821"/>
              <a:gd name="connsiteX17-805" fmla="*/ 21020 w 4550979"/>
              <a:gd name="connsiteY17-806" fmla="*/ 178677 h 4897821"/>
              <a:gd name="connsiteX0-807" fmla="*/ 21020 w 4550979"/>
              <a:gd name="connsiteY0-808" fmla="*/ 178677 h 4897821"/>
              <a:gd name="connsiteX1-809" fmla="*/ 2270234 w 4550979"/>
              <a:gd name="connsiteY1-810" fmla="*/ 0 h 4897821"/>
              <a:gd name="connsiteX2-811" fmla="*/ 2333296 w 4550979"/>
              <a:gd name="connsiteY2-812" fmla="*/ 1429406 h 4897821"/>
              <a:gd name="connsiteX3-813" fmla="*/ 1587062 w 4550979"/>
              <a:gd name="connsiteY3-814" fmla="*/ 1881352 h 4897821"/>
              <a:gd name="connsiteX4-815" fmla="*/ 1450427 w 4550979"/>
              <a:gd name="connsiteY4-816" fmla="*/ 2427889 h 4897821"/>
              <a:gd name="connsiteX5-817" fmla="*/ 3109710 w 4550979"/>
              <a:gd name="connsiteY5-818" fmla="*/ 2969623 h 4897821"/>
              <a:gd name="connsiteX6-819" fmla="*/ 3447693 w 4550979"/>
              <a:gd name="connsiteY6-820" fmla="*/ 2801156 h 4897821"/>
              <a:gd name="connsiteX7-821" fmla="*/ 3699641 w 4550979"/>
              <a:gd name="connsiteY7-822" fmla="*/ 2554013 h 4897821"/>
              <a:gd name="connsiteX8-823" fmla="*/ 3720662 w 4550979"/>
              <a:gd name="connsiteY8-824" fmla="*/ 2217683 h 4897821"/>
              <a:gd name="connsiteX9-825" fmla="*/ 3678621 w 4550979"/>
              <a:gd name="connsiteY9-826" fmla="*/ 2017986 h 4897821"/>
              <a:gd name="connsiteX10-827" fmla="*/ 3584027 w 4550979"/>
              <a:gd name="connsiteY10-828" fmla="*/ 1839310 h 4897821"/>
              <a:gd name="connsiteX11-829" fmla="*/ 3342289 w 4550979"/>
              <a:gd name="connsiteY11-830" fmla="*/ 1681655 h 4897821"/>
              <a:gd name="connsiteX12-831" fmla="*/ 4393324 w 4550979"/>
              <a:gd name="connsiteY12-832" fmla="*/ 1545021 h 4897821"/>
              <a:gd name="connsiteX13-833" fmla="*/ 4550979 w 4550979"/>
              <a:gd name="connsiteY13-834" fmla="*/ 2879834 h 4897821"/>
              <a:gd name="connsiteX14-835" fmla="*/ 4403834 w 4550979"/>
              <a:gd name="connsiteY14-836" fmla="*/ 4519448 h 4897821"/>
              <a:gd name="connsiteX15-837" fmla="*/ 3394841 w 4550979"/>
              <a:gd name="connsiteY15-838" fmla="*/ 4897821 h 4897821"/>
              <a:gd name="connsiteX16-839" fmla="*/ 0 w 4550979"/>
              <a:gd name="connsiteY16-840" fmla="*/ 4855779 h 4897821"/>
              <a:gd name="connsiteX17-841" fmla="*/ 21020 w 4550979"/>
              <a:gd name="connsiteY17-842" fmla="*/ 178677 h 489782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MS PGothic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/>
          <p:cNvSpPr/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56" name="Freeform 6"/>
          <p:cNvSpPr/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3" name="Freeform 91"/>
          <p:cNvSpPr/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4" name="Freeform 92"/>
          <p:cNvSpPr/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5" name="Freeform 93"/>
          <p:cNvSpPr/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6" name="Freeform 94"/>
          <p:cNvSpPr/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7" name="Freeform 95"/>
          <p:cNvSpPr/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8" name="Freeform 96"/>
          <p:cNvSpPr/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/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</a:t>
              </a:r>
            </a:p>
          </p:txBody>
        </p:sp>
        <p:sp>
          <p:nvSpPr>
            <p:cNvPr id="570" name="Text Box 101"/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</a:p>
          </p:txBody>
        </p:sp>
        <p:sp>
          <p:nvSpPr>
            <p:cNvPr id="571" name="Text Box 102"/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3</a:t>
              </a:r>
            </a:p>
          </p:txBody>
        </p:sp>
      </p:grpSp>
      <p:sp>
        <p:nvSpPr>
          <p:cNvPr id="574" name="Line 107"/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/>
            <p:cNvGrpSpPr/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/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4" name="Line 99"/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5" name="Rectangle 104"/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6" name="Text Box 105"/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0111</a:t>
                </a:r>
              </a:p>
            </p:txBody>
          </p:sp>
        </p:grpSp>
        <p:sp>
          <p:nvSpPr>
            <p:cNvPr id="573" name="Text Box 106"/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75" name="Line 119"/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/>
            <p:cNvSpPr/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1" name="Group 126"/>
            <p:cNvGrpSpPr/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6" name="Oval 128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7" name="Rectangle 129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8" name="Line 130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9" name="Line 131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0" name="Line 132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1" name="AutoShape 133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/>
            <p:cNvSpPr/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2" name="Group 134"/>
            <p:cNvGrpSpPr/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09" name="Oval 136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0" name="Rectangle 137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1" name="Line 138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2" name="Line 139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3" name="Line 140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4" name="AutoShape 141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/>
            <p:cNvSpPr/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1" name="Rectangle 143"/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2" name="Oval 144"/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3" name="Rectangle 145"/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4" name="Line 146"/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5" name="Line 147"/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6" name="Line 148"/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7" name="AutoShape 149"/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/>
            <p:cNvSpPr/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-1" fmla="*/ 0 w 10175"/>
                <a:gd name="connsiteY0-2" fmla="*/ 9 h 10559"/>
                <a:gd name="connsiteX1-3" fmla="*/ 7574 w 10175"/>
                <a:gd name="connsiteY1-4" fmla="*/ 10364 h 10559"/>
                <a:gd name="connsiteX2-5" fmla="*/ 9265 w 10175"/>
                <a:gd name="connsiteY2-6" fmla="*/ 10438 h 10559"/>
                <a:gd name="connsiteX3-7" fmla="*/ 10175 w 10175"/>
                <a:gd name="connsiteY3-8" fmla="*/ 0 h 10559"/>
                <a:gd name="connsiteX4-9" fmla="*/ 0 w 10175"/>
                <a:gd name="connsiteY4-10" fmla="*/ 9 h 105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4" name="Group 150"/>
            <p:cNvGrpSpPr/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5" name="Oval 152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6" name="Rectangle 153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7" name="Line 154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8" name="Line 155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9" name="Line 156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00" name="AutoShape 157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/>
            <p:cNvSpPr/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5" name="Group 158"/>
            <p:cNvGrpSpPr/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88" name="Oval 160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89" name="Rectangle 161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0" name="Line 162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1" name="Line 163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2" name="Line 164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3" name="AutoShape 165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768" name="Group 767"/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/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/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/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/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/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/>
            <p:cNvSpPr/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-1" fmla="*/ 0 w 10000"/>
                <a:gd name="connsiteY0-2" fmla="*/ 0 h 9095"/>
                <a:gd name="connsiteX1-3" fmla="*/ 3718 w 10000"/>
                <a:gd name="connsiteY1-4" fmla="*/ 9037 h 9095"/>
                <a:gd name="connsiteX2-5" fmla="*/ 5712 w 10000"/>
                <a:gd name="connsiteY2-6" fmla="*/ 8929 h 9095"/>
                <a:gd name="connsiteX3-7" fmla="*/ 10000 w 10000"/>
                <a:gd name="connsiteY3-8" fmla="*/ 63 h 9095"/>
                <a:gd name="connsiteX4-9" fmla="*/ 0 w 10000"/>
                <a:gd name="connsiteY4-10" fmla="*/ 0 h 9095"/>
                <a:gd name="connsiteX0-11" fmla="*/ 0 w 10000"/>
                <a:gd name="connsiteY0-12" fmla="*/ 0 h 10000"/>
                <a:gd name="connsiteX1-13" fmla="*/ 3718 w 10000"/>
                <a:gd name="connsiteY1-14" fmla="*/ 9936 h 10000"/>
                <a:gd name="connsiteX2-15" fmla="*/ 5712 w 10000"/>
                <a:gd name="connsiteY2-16" fmla="*/ 9817 h 10000"/>
                <a:gd name="connsiteX3-17" fmla="*/ 10000 w 10000"/>
                <a:gd name="connsiteY3-18" fmla="*/ 69 h 10000"/>
                <a:gd name="connsiteX4-19" fmla="*/ 0 w 10000"/>
                <a:gd name="connsiteY4-20" fmla="*/ 0 h 10000"/>
                <a:gd name="connsiteX0-21" fmla="*/ 0 w 10000"/>
                <a:gd name="connsiteY0-22" fmla="*/ 0 h 10000"/>
                <a:gd name="connsiteX1-23" fmla="*/ 3718 w 10000"/>
                <a:gd name="connsiteY1-24" fmla="*/ 9936 h 10000"/>
                <a:gd name="connsiteX2-25" fmla="*/ 5712 w 10000"/>
                <a:gd name="connsiteY2-26" fmla="*/ 9817 h 10000"/>
                <a:gd name="connsiteX3-27" fmla="*/ 10000 w 10000"/>
                <a:gd name="connsiteY3-28" fmla="*/ 69 h 10000"/>
                <a:gd name="connsiteX4-29" fmla="*/ 0 w 10000"/>
                <a:gd name="connsiteY4-30" fmla="*/ 0 h 10000"/>
                <a:gd name="connsiteX0-31" fmla="*/ 0 w 10000"/>
                <a:gd name="connsiteY0-32" fmla="*/ 0 h 10000"/>
                <a:gd name="connsiteX1-33" fmla="*/ 3718 w 10000"/>
                <a:gd name="connsiteY1-34" fmla="*/ 9936 h 10000"/>
                <a:gd name="connsiteX2-35" fmla="*/ 5712 w 10000"/>
                <a:gd name="connsiteY2-36" fmla="*/ 9817 h 10000"/>
                <a:gd name="connsiteX3-37" fmla="*/ 10000 w 10000"/>
                <a:gd name="connsiteY3-38" fmla="*/ 69 h 10000"/>
                <a:gd name="connsiteX4-39" fmla="*/ 0 w 10000"/>
                <a:gd name="connsiteY4-40" fmla="*/ 0 h 10000"/>
                <a:gd name="connsiteX0-41" fmla="*/ 0 w 10000"/>
                <a:gd name="connsiteY0-42" fmla="*/ 0 h 10000"/>
                <a:gd name="connsiteX1-43" fmla="*/ 3718 w 10000"/>
                <a:gd name="connsiteY1-44" fmla="*/ 9936 h 10000"/>
                <a:gd name="connsiteX2-45" fmla="*/ 5712 w 10000"/>
                <a:gd name="connsiteY2-46" fmla="*/ 9817 h 10000"/>
                <a:gd name="connsiteX3-47" fmla="*/ 10000 w 10000"/>
                <a:gd name="connsiteY3-48" fmla="*/ 69 h 10000"/>
                <a:gd name="connsiteX4-49" fmla="*/ 0 w 10000"/>
                <a:gd name="connsiteY4-50" fmla="*/ 0 h 10000"/>
                <a:gd name="connsiteX0-51" fmla="*/ 0 w 8989"/>
                <a:gd name="connsiteY0-52" fmla="*/ 0 h 11618"/>
                <a:gd name="connsiteX1-53" fmla="*/ 2707 w 8989"/>
                <a:gd name="connsiteY1-54" fmla="*/ 11554 h 11618"/>
                <a:gd name="connsiteX2-55" fmla="*/ 4701 w 8989"/>
                <a:gd name="connsiteY2-56" fmla="*/ 11435 h 11618"/>
                <a:gd name="connsiteX3-57" fmla="*/ 8989 w 8989"/>
                <a:gd name="connsiteY3-58" fmla="*/ 1687 h 11618"/>
                <a:gd name="connsiteX4-59" fmla="*/ 0 w 8989"/>
                <a:gd name="connsiteY4-60" fmla="*/ 0 h 11618"/>
                <a:gd name="connsiteX0-61" fmla="*/ 0 w 9888"/>
                <a:gd name="connsiteY0-62" fmla="*/ 115 h 10115"/>
                <a:gd name="connsiteX1-63" fmla="*/ 3011 w 9888"/>
                <a:gd name="connsiteY1-64" fmla="*/ 10060 h 10115"/>
                <a:gd name="connsiteX2-65" fmla="*/ 5230 w 9888"/>
                <a:gd name="connsiteY2-66" fmla="*/ 9957 h 10115"/>
                <a:gd name="connsiteX3-67" fmla="*/ 9888 w 9888"/>
                <a:gd name="connsiteY3-68" fmla="*/ 0 h 10115"/>
                <a:gd name="connsiteX4-69" fmla="*/ 0 w 9888"/>
                <a:gd name="connsiteY4-70" fmla="*/ 115 h 10115"/>
                <a:gd name="connsiteX0-71" fmla="*/ 0 w 9829"/>
                <a:gd name="connsiteY0-72" fmla="*/ 0 h 10833"/>
                <a:gd name="connsiteX1-73" fmla="*/ 2874 w 9829"/>
                <a:gd name="connsiteY1-74" fmla="*/ 10779 h 10833"/>
                <a:gd name="connsiteX2-75" fmla="*/ 5118 w 9829"/>
                <a:gd name="connsiteY2-76" fmla="*/ 10677 h 10833"/>
                <a:gd name="connsiteX3-77" fmla="*/ 9829 w 9829"/>
                <a:gd name="connsiteY3-78" fmla="*/ 833 h 10833"/>
                <a:gd name="connsiteX4-79" fmla="*/ 0 w 9829"/>
                <a:gd name="connsiteY4-80" fmla="*/ 0 h 10833"/>
                <a:gd name="connsiteX0-81" fmla="*/ 0 w 10289"/>
                <a:gd name="connsiteY0-82" fmla="*/ 0 h 10000"/>
                <a:gd name="connsiteX1-83" fmla="*/ 2924 w 10289"/>
                <a:gd name="connsiteY1-84" fmla="*/ 9950 h 10000"/>
                <a:gd name="connsiteX2-85" fmla="*/ 5207 w 10289"/>
                <a:gd name="connsiteY2-86" fmla="*/ 9856 h 10000"/>
                <a:gd name="connsiteX3-87" fmla="*/ 10289 w 10289"/>
                <a:gd name="connsiteY3-88" fmla="*/ 54 h 10000"/>
                <a:gd name="connsiteX4-89" fmla="*/ 0 w 10289"/>
                <a:gd name="connsiteY4-90" fmla="*/ 0 h 10000"/>
                <a:gd name="connsiteX0-91" fmla="*/ 0 w 10289"/>
                <a:gd name="connsiteY0-92" fmla="*/ 0 h 10953"/>
                <a:gd name="connsiteX1-93" fmla="*/ 2924 w 10289"/>
                <a:gd name="connsiteY1-94" fmla="*/ 9950 h 10953"/>
                <a:gd name="connsiteX2-95" fmla="*/ 3723 w 10289"/>
                <a:gd name="connsiteY2-96" fmla="*/ 10695 h 10953"/>
                <a:gd name="connsiteX3-97" fmla="*/ 5207 w 10289"/>
                <a:gd name="connsiteY3-98" fmla="*/ 9856 h 10953"/>
                <a:gd name="connsiteX4-99" fmla="*/ 10289 w 10289"/>
                <a:gd name="connsiteY4-100" fmla="*/ 54 h 10953"/>
                <a:gd name="connsiteX5" fmla="*/ 0 w 10289"/>
                <a:gd name="connsiteY5" fmla="*/ 0 h 10953"/>
                <a:gd name="connsiteX0-101" fmla="*/ 0 w 10289"/>
                <a:gd name="connsiteY0-102" fmla="*/ 0 h 11138"/>
                <a:gd name="connsiteX1-103" fmla="*/ 2924 w 10289"/>
                <a:gd name="connsiteY1-104" fmla="*/ 9950 h 11138"/>
                <a:gd name="connsiteX2-105" fmla="*/ 5207 w 10289"/>
                <a:gd name="connsiteY2-106" fmla="*/ 9856 h 11138"/>
                <a:gd name="connsiteX3-107" fmla="*/ 10289 w 10289"/>
                <a:gd name="connsiteY3-108" fmla="*/ 54 h 11138"/>
                <a:gd name="connsiteX4-109" fmla="*/ 0 w 10289"/>
                <a:gd name="connsiteY4-110" fmla="*/ 0 h 11138"/>
                <a:gd name="connsiteX0-111" fmla="*/ 0 w 10289"/>
                <a:gd name="connsiteY0-112" fmla="*/ 0 h 10669"/>
                <a:gd name="connsiteX1-113" fmla="*/ 2924 w 10289"/>
                <a:gd name="connsiteY1-114" fmla="*/ 9950 h 10669"/>
                <a:gd name="connsiteX2-115" fmla="*/ 5207 w 10289"/>
                <a:gd name="connsiteY2-116" fmla="*/ 9856 h 10669"/>
                <a:gd name="connsiteX3-117" fmla="*/ 10289 w 10289"/>
                <a:gd name="connsiteY3-118" fmla="*/ 54 h 10669"/>
                <a:gd name="connsiteX4-119" fmla="*/ 0 w 10289"/>
                <a:gd name="connsiteY4-120" fmla="*/ 0 h 10669"/>
                <a:gd name="connsiteX0-121" fmla="*/ 0 w 10289"/>
                <a:gd name="connsiteY0-122" fmla="*/ 0 h 10734"/>
                <a:gd name="connsiteX1-123" fmla="*/ 2924 w 10289"/>
                <a:gd name="connsiteY1-124" fmla="*/ 9950 h 10734"/>
                <a:gd name="connsiteX2-125" fmla="*/ 4455 w 10289"/>
                <a:gd name="connsiteY2-126" fmla="*/ 10094 h 10734"/>
                <a:gd name="connsiteX3-127" fmla="*/ 10289 w 10289"/>
                <a:gd name="connsiteY3-128" fmla="*/ 54 h 10734"/>
                <a:gd name="connsiteX4-129" fmla="*/ 0 w 10289"/>
                <a:gd name="connsiteY4-130" fmla="*/ 0 h 10734"/>
                <a:gd name="connsiteX0-131" fmla="*/ 0 w 10289"/>
                <a:gd name="connsiteY0-132" fmla="*/ 0 h 10107"/>
                <a:gd name="connsiteX1-133" fmla="*/ 2924 w 10289"/>
                <a:gd name="connsiteY1-134" fmla="*/ 9950 h 10107"/>
                <a:gd name="connsiteX2-135" fmla="*/ 4455 w 10289"/>
                <a:gd name="connsiteY2-136" fmla="*/ 10094 h 10107"/>
                <a:gd name="connsiteX3-137" fmla="*/ 10289 w 10289"/>
                <a:gd name="connsiteY3-138" fmla="*/ 54 h 10107"/>
                <a:gd name="connsiteX4-139" fmla="*/ 0 w 10289"/>
                <a:gd name="connsiteY4-140" fmla="*/ 0 h 10107"/>
                <a:gd name="connsiteX0-141" fmla="*/ 0 w 10289"/>
                <a:gd name="connsiteY0-142" fmla="*/ 0 h 10107"/>
                <a:gd name="connsiteX1-143" fmla="*/ 2924 w 10289"/>
                <a:gd name="connsiteY1-144" fmla="*/ 9950 h 10107"/>
                <a:gd name="connsiteX2-145" fmla="*/ 4455 w 10289"/>
                <a:gd name="connsiteY2-146" fmla="*/ 10094 h 10107"/>
                <a:gd name="connsiteX3-147" fmla="*/ 10289 w 10289"/>
                <a:gd name="connsiteY3-148" fmla="*/ 54 h 10107"/>
                <a:gd name="connsiteX4-149" fmla="*/ 0 w 10289"/>
                <a:gd name="connsiteY4-150" fmla="*/ 0 h 10107"/>
                <a:gd name="connsiteX0-151" fmla="*/ 0 w 10289"/>
                <a:gd name="connsiteY0-152" fmla="*/ 0 h 10107"/>
                <a:gd name="connsiteX1-153" fmla="*/ 2924 w 10289"/>
                <a:gd name="connsiteY1-154" fmla="*/ 9950 h 10107"/>
                <a:gd name="connsiteX2-155" fmla="*/ 4455 w 10289"/>
                <a:gd name="connsiteY2-156" fmla="*/ 10094 h 10107"/>
                <a:gd name="connsiteX3-157" fmla="*/ 10289 w 10289"/>
                <a:gd name="connsiteY3-158" fmla="*/ 54 h 10107"/>
                <a:gd name="connsiteX4-159" fmla="*/ 0 w 10289"/>
                <a:gd name="connsiteY4-160" fmla="*/ 0 h 10107"/>
                <a:gd name="connsiteX0-161" fmla="*/ 0 w 10289"/>
                <a:gd name="connsiteY0-162" fmla="*/ 0 h 9960"/>
                <a:gd name="connsiteX1-163" fmla="*/ 2924 w 10289"/>
                <a:gd name="connsiteY1-164" fmla="*/ 9950 h 9960"/>
                <a:gd name="connsiteX2-165" fmla="*/ 4166 w 10289"/>
                <a:gd name="connsiteY2-166" fmla="*/ 9776 h 9960"/>
                <a:gd name="connsiteX3-167" fmla="*/ 10289 w 10289"/>
                <a:gd name="connsiteY3-168" fmla="*/ 54 h 9960"/>
                <a:gd name="connsiteX4-169" fmla="*/ 0 w 10289"/>
                <a:gd name="connsiteY4-170" fmla="*/ 0 h 9960"/>
                <a:gd name="connsiteX0-171" fmla="*/ 0 w 10000"/>
                <a:gd name="connsiteY0-172" fmla="*/ 0 h 10000"/>
                <a:gd name="connsiteX1-173" fmla="*/ 2842 w 10000"/>
                <a:gd name="connsiteY1-174" fmla="*/ 9990 h 10000"/>
                <a:gd name="connsiteX2-175" fmla="*/ 4049 w 10000"/>
                <a:gd name="connsiteY2-176" fmla="*/ 9815 h 10000"/>
                <a:gd name="connsiteX3-177" fmla="*/ 10000 w 10000"/>
                <a:gd name="connsiteY3-178" fmla="*/ 54 h 10000"/>
                <a:gd name="connsiteX4-179" fmla="*/ 0 w 10000"/>
                <a:gd name="connsiteY4-180" fmla="*/ 0 h 10000"/>
                <a:gd name="connsiteX0-181" fmla="*/ 0 w 10000"/>
                <a:gd name="connsiteY0-182" fmla="*/ 0 h 10400"/>
                <a:gd name="connsiteX1-183" fmla="*/ 2740 w 10000"/>
                <a:gd name="connsiteY1-184" fmla="*/ 10397 h 10400"/>
                <a:gd name="connsiteX2-185" fmla="*/ 4049 w 10000"/>
                <a:gd name="connsiteY2-186" fmla="*/ 9815 h 10400"/>
                <a:gd name="connsiteX3-187" fmla="*/ 10000 w 10000"/>
                <a:gd name="connsiteY3-188" fmla="*/ 54 h 10400"/>
                <a:gd name="connsiteX4-189" fmla="*/ 0 w 10000"/>
                <a:gd name="connsiteY4-190" fmla="*/ 0 h 10400"/>
                <a:gd name="connsiteX0-191" fmla="*/ 0 w 10000"/>
                <a:gd name="connsiteY0-192" fmla="*/ 0 h 10419"/>
                <a:gd name="connsiteX1-193" fmla="*/ 2740 w 10000"/>
                <a:gd name="connsiteY1-194" fmla="*/ 10397 h 10419"/>
                <a:gd name="connsiteX2-195" fmla="*/ 3599 w 10000"/>
                <a:gd name="connsiteY2-196" fmla="*/ 10338 h 10419"/>
                <a:gd name="connsiteX3-197" fmla="*/ 10000 w 10000"/>
                <a:gd name="connsiteY3-198" fmla="*/ 54 h 10419"/>
                <a:gd name="connsiteX4-199" fmla="*/ 0 w 10000"/>
                <a:gd name="connsiteY4-200" fmla="*/ 0 h 10419"/>
                <a:gd name="connsiteX0-201" fmla="*/ 0 w 10000"/>
                <a:gd name="connsiteY0-202" fmla="*/ 0 h 10397"/>
                <a:gd name="connsiteX1-203" fmla="*/ 2740 w 10000"/>
                <a:gd name="connsiteY1-204" fmla="*/ 10397 h 10397"/>
                <a:gd name="connsiteX2-205" fmla="*/ 3599 w 10000"/>
                <a:gd name="connsiteY2-206" fmla="*/ 10338 h 10397"/>
                <a:gd name="connsiteX3-207" fmla="*/ 10000 w 10000"/>
                <a:gd name="connsiteY3-208" fmla="*/ 54 h 10397"/>
                <a:gd name="connsiteX4-209" fmla="*/ 0 w 10000"/>
                <a:gd name="connsiteY4-210" fmla="*/ 0 h 10397"/>
                <a:gd name="connsiteX0-211" fmla="*/ 0 w 10614"/>
                <a:gd name="connsiteY0-212" fmla="*/ 0 h 10397"/>
                <a:gd name="connsiteX1-213" fmla="*/ 2740 w 10614"/>
                <a:gd name="connsiteY1-214" fmla="*/ 10397 h 10397"/>
                <a:gd name="connsiteX2-215" fmla="*/ 3599 w 10614"/>
                <a:gd name="connsiteY2-216" fmla="*/ 10338 h 10397"/>
                <a:gd name="connsiteX3-217" fmla="*/ 10614 w 10614"/>
                <a:gd name="connsiteY3-218" fmla="*/ 112 h 10397"/>
                <a:gd name="connsiteX4-219" fmla="*/ 0 w 10614"/>
                <a:gd name="connsiteY4-220" fmla="*/ 0 h 10397"/>
                <a:gd name="connsiteX0-221" fmla="*/ 0 w 10614"/>
                <a:gd name="connsiteY0-222" fmla="*/ 0 h 10397"/>
                <a:gd name="connsiteX1-223" fmla="*/ 2740 w 10614"/>
                <a:gd name="connsiteY1-224" fmla="*/ 10397 h 10397"/>
                <a:gd name="connsiteX2-225" fmla="*/ 3599 w 10614"/>
                <a:gd name="connsiteY2-226" fmla="*/ 10338 h 10397"/>
                <a:gd name="connsiteX3-227" fmla="*/ 10614 w 10614"/>
                <a:gd name="connsiteY3-228" fmla="*/ 112 h 10397"/>
                <a:gd name="connsiteX4-229" fmla="*/ 0 w 10614"/>
                <a:gd name="connsiteY4-230" fmla="*/ 0 h 10397"/>
                <a:gd name="connsiteX0-231" fmla="*/ 0 w 10675"/>
                <a:gd name="connsiteY0-232" fmla="*/ 0 h 10310"/>
                <a:gd name="connsiteX1-233" fmla="*/ 2801 w 10675"/>
                <a:gd name="connsiteY1-234" fmla="*/ 10310 h 10310"/>
                <a:gd name="connsiteX2-235" fmla="*/ 3660 w 10675"/>
                <a:gd name="connsiteY2-236" fmla="*/ 10251 h 10310"/>
                <a:gd name="connsiteX3-237" fmla="*/ 10675 w 10675"/>
                <a:gd name="connsiteY3-238" fmla="*/ 25 h 10310"/>
                <a:gd name="connsiteX4-239" fmla="*/ 0 w 10675"/>
                <a:gd name="connsiteY4-240" fmla="*/ 0 h 10310"/>
                <a:gd name="connsiteX0-241" fmla="*/ 0 w 6741"/>
                <a:gd name="connsiteY0-242" fmla="*/ 0 h 15505"/>
                <a:gd name="connsiteX1-243" fmla="*/ 2801 w 6741"/>
                <a:gd name="connsiteY1-244" fmla="*/ 10310 h 15505"/>
                <a:gd name="connsiteX2-245" fmla="*/ 3660 w 6741"/>
                <a:gd name="connsiteY2-246" fmla="*/ 10251 h 15505"/>
                <a:gd name="connsiteX3-247" fmla="*/ 6741 w 6741"/>
                <a:gd name="connsiteY3-248" fmla="*/ 14932 h 15505"/>
                <a:gd name="connsiteX4-249" fmla="*/ 0 w 6741"/>
                <a:gd name="connsiteY4-250" fmla="*/ 0 h 15505"/>
                <a:gd name="connsiteX0-251" fmla="*/ 5612 w 7164"/>
                <a:gd name="connsiteY0-252" fmla="*/ 0 h 10410"/>
                <a:gd name="connsiteX1-253" fmla="*/ 13 w 7164"/>
                <a:gd name="connsiteY1-254" fmla="*/ 7060 h 10410"/>
                <a:gd name="connsiteX2-255" fmla="*/ 1287 w 7164"/>
                <a:gd name="connsiteY2-256" fmla="*/ 7022 h 10410"/>
                <a:gd name="connsiteX3-257" fmla="*/ 5858 w 7164"/>
                <a:gd name="connsiteY3-258" fmla="*/ 10041 h 10410"/>
                <a:gd name="connsiteX4-259" fmla="*/ 5612 w 7164"/>
                <a:gd name="connsiteY4-260" fmla="*/ 0 h 10410"/>
                <a:gd name="connsiteX0-261" fmla="*/ 7932 w 10098"/>
                <a:gd name="connsiteY0-262" fmla="*/ 0 h 10001"/>
                <a:gd name="connsiteX1-263" fmla="*/ 116 w 10098"/>
                <a:gd name="connsiteY1-264" fmla="*/ 6782 h 10001"/>
                <a:gd name="connsiteX2-265" fmla="*/ 1894 w 10098"/>
                <a:gd name="connsiteY2-266" fmla="*/ 6745 h 10001"/>
                <a:gd name="connsiteX3-267" fmla="*/ 8275 w 10098"/>
                <a:gd name="connsiteY3-268" fmla="*/ 9646 h 10001"/>
                <a:gd name="connsiteX4-269" fmla="*/ 7932 w 10098"/>
                <a:gd name="connsiteY4-270" fmla="*/ 0 h 10001"/>
                <a:gd name="connsiteX0-271" fmla="*/ 7932 w 11399"/>
                <a:gd name="connsiteY0-272" fmla="*/ 0 h 10001"/>
                <a:gd name="connsiteX1-273" fmla="*/ 116 w 11399"/>
                <a:gd name="connsiteY1-274" fmla="*/ 6782 h 10001"/>
                <a:gd name="connsiteX2-275" fmla="*/ 1894 w 11399"/>
                <a:gd name="connsiteY2-276" fmla="*/ 6745 h 10001"/>
                <a:gd name="connsiteX3-277" fmla="*/ 8275 w 11399"/>
                <a:gd name="connsiteY3-278" fmla="*/ 9646 h 10001"/>
                <a:gd name="connsiteX4-279" fmla="*/ 7932 w 11399"/>
                <a:gd name="connsiteY4-280" fmla="*/ 0 h 10001"/>
                <a:gd name="connsiteX0-281" fmla="*/ 7932 w 8463"/>
                <a:gd name="connsiteY0-282" fmla="*/ 0 h 10001"/>
                <a:gd name="connsiteX1-283" fmla="*/ 116 w 8463"/>
                <a:gd name="connsiteY1-284" fmla="*/ 6782 h 10001"/>
                <a:gd name="connsiteX2-285" fmla="*/ 1894 w 8463"/>
                <a:gd name="connsiteY2-286" fmla="*/ 6745 h 10001"/>
                <a:gd name="connsiteX3-287" fmla="*/ 8275 w 8463"/>
                <a:gd name="connsiteY3-288" fmla="*/ 9646 h 10001"/>
                <a:gd name="connsiteX4-289" fmla="*/ 7932 w 8463"/>
                <a:gd name="connsiteY4-290" fmla="*/ 0 h 10001"/>
                <a:gd name="connsiteX0-291" fmla="*/ 10170 w 10376"/>
                <a:gd name="connsiteY0-292" fmla="*/ 0 h 9753"/>
                <a:gd name="connsiteX1-293" fmla="*/ 109 w 10376"/>
                <a:gd name="connsiteY1-294" fmla="*/ 6534 h 9753"/>
                <a:gd name="connsiteX2-295" fmla="*/ 2210 w 10376"/>
                <a:gd name="connsiteY2-296" fmla="*/ 6497 h 9753"/>
                <a:gd name="connsiteX3-297" fmla="*/ 9750 w 10376"/>
                <a:gd name="connsiteY3-298" fmla="*/ 9398 h 9753"/>
                <a:gd name="connsiteX4-299" fmla="*/ 10170 w 10376"/>
                <a:gd name="connsiteY4-300" fmla="*/ 0 h 9753"/>
                <a:gd name="connsiteX0-301" fmla="*/ 9801 w 9999"/>
                <a:gd name="connsiteY0-302" fmla="*/ 0 h 9636"/>
                <a:gd name="connsiteX1-303" fmla="*/ 105 w 9999"/>
                <a:gd name="connsiteY1-304" fmla="*/ 6699 h 9636"/>
                <a:gd name="connsiteX2-305" fmla="*/ 2130 w 9999"/>
                <a:gd name="connsiteY2-306" fmla="*/ 6662 h 9636"/>
                <a:gd name="connsiteX3-307" fmla="*/ 9397 w 9999"/>
                <a:gd name="connsiteY3-308" fmla="*/ 9636 h 9636"/>
                <a:gd name="connsiteX4-309" fmla="*/ 9801 w 9999"/>
                <a:gd name="connsiteY4-310" fmla="*/ 0 h 9636"/>
                <a:gd name="connsiteX0-311" fmla="*/ 9802 w 10000"/>
                <a:gd name="connsiteY0-312" fmla="*/ 0 h 10000"/>
                <a:gd name="connsiteX1-313" fmla="*/ 105 w 10000"/>
                <a:gd name="connsiteY1-314" fmla="*/ 6952 h 10000"/>
                <a:gd name="connsiteX2-315" fmla="*/ 2130 w 10000"/>
                <a:gd name="connsiteY2-316" fmla="*/ 6914 h 10000"/>
                <a:gd name="connsiteX3-317" fmla="*/ 9398 w 10000"/>
                <a:gd name="connsiteY3-318" fmla="*/ 10000 h 10000"/>
                <a:gd name="connsiteX4-319" fmla="*/ 9802 w 10000"/>
                <a:gd name="connsiteY4-320" fmla="*/ 0 h 10000"/>
                <a:gd name="connsiteX0-321" fmla="*/ 9697 w 9895"/>
                <a:gd name="connsiteY0-322" fmla="*/ 0 h 10000"/>
                <a:gd name="connsiteX1-323" fmla="*/ 0 w 9895"/>
                <a:gd name="connsiteY1-324" fmla="*/ 6952 h 10000"/>
                <a:gd name="connsiteX2-325" fmla="*/ 2025 w 9895"/>
                <a:gd name="connsiteY2-326" fmla="*/ 6914 h 10000"/>
                <a:gd name="connsiteX3-327" fmla="*/ 9293 w 9895"/>
                <a:gd name="connsiteY3-328" fmla="*/ 10000 h 10000"/>
                <a:gd name="connsiteX4-329" fmla="*/ 9697 w 9895"/>
                <a:gd name="connsiteY4-330" fmla="*/ 0 h 10000"/>
                <a:gd name="connsiteX0-331" fmla="*/ 9800 w 10001"/>
                <a:gd name="connsiteY0-332" fmla="*/ 0 h 10000"/>
                <a:gd name="connsiteX1-333" fmla="*/ 0 w 10001"/>
                <a:gd name="connsiteY1-334" fmla="*/ 6952 h 10000"/>
                <a:gd name="connsiteX2-335" fmla="*/ 2314 w 10001"/>
                <a:gd name="connsiteY2-336" fmla="*/ 7860 h 10000"/>
                <a:gd name="connsiteX3-337" fmla="*/ 9392 w 10001"/>
                <a:gd name="connsiteY3-338" fmla="*/ 10000 h 10000"/>
                <a:gd name="connsiteX4-339" fmla="*/ 9800 w 10001"/>
                <a:gd name="connsiteY4-340" fmla="*/ 0 h 10000"/>
                <a:gd name="connsiteX0-341" fmla="*/ 9800 w 10001"/>
                <a:gd name="connsiteY0-342" fmla="*/ 0 h 10000"/>
                <a:gd name="connsiteX1-343" fmla="*/ 0 w 10001"/>
                <a:gd name="connsiteY1-344" fmla="*/ 6952 h 10000"/>
                <a:gd name="connsiteX2-345" fmla="*/ 2314 w 10001"/>
                <a:gd name="connsiteY2-346" fmla="*/ 7860 h 10000"/>
                <a:gd name="connsiteX3-347" fmla="*/ 9392 w 10001"/>
                <a:gd name="connsiteY3-348" fmla="*/ 10000 h 10000"/>
                <a:gd name="connsiteX4-349" fmla="*/ 9800 w 10001"/>
                <a:gd name="connsiteY4-350" fmla="*/ 0 h 10000"/>
                <a:gd name="connsiteX0-351" fmla="*/ 9800 w 10001"/>
                <a:gd name="connsiteY0-352" fmla="*/ 0 h 10000"/>
                <a:gd name="connsiteX1-353" fmla="*/ 0 w 10001"/>
                <a:gd name="connsiteY1-354" fmla="*/ 6952 h 10000"/>
                <a:gd name="connsiteX2-355" fmla="*/ 2314 w 10001"/>
                <a:gd name="connsiteY2-356" fmla="*/ 7860 h 10000"/>
                <a:gd name="connsiteX3-357" fmla="*/ 9392 w 10001"/>
                <a:gd name="connsiteY3-358" fmla="*/ 10000 h 10000"/>
                <a:gd name="connsiteX4-359" fmla="*/ 9800 w 10001"/>
                <a:gd name="connsiteY4-360" fmla="*/ 0 h 10000"/>
                <a:gd name="connsiteX0-361" fmla="*/ 9800 w 10148"/>
                <a:gd name="connsiteY0-362" fmla="*/ 0 h 10158"/>
                <a:gd name="connsiteX1-363" fmla="*/ 0 w 10148"/>
                <a:gd name="connsiteY1-364" fmla="*/ 6952 h 10158"/>
                <a:gd name="connsiteX2-365" fmla="*/ 2314 w 10148"/>
                <a:gd name="connsiteY2-366" fmla="*/ 7860 h 10158"/>
                <a:gd name="connsiteX3-367" fmla="*/ 9794 w 10148"/>
                <a:gd name="connsiteY3-368" fmla="*/ 10158 h 10158"/>
                <a:gd name="connsiteX4-369" fmla="*/ 9800 w 10148"/>
                <a:gd name="connsiteY4-370" fmla="*/ 0 h 10158"/>
                <a:gd name="connsiteX0-371" fmla="*/ 9800 w 10148"/>
                <a:gd name="connsiteY0-372" fmla="*/ 0 h 10158"/>
                <a:gd name="connsiteX1-373" fmla="*/ 0 w 10148"/>
                <a:gd name="connsiteY1-374" fmla="*/ 6952 h 10158"/>
                <a:gd name="connsiteX2-375" fmla="*/ 1653 w 10148"/>
                <a:gd name="connsiteY2-376" fmla="*/ 8453 h 10158"/>
                <a:gd name="connsiteX3-377" fmla="*/ 9794 w 10148"/>
                <a:gd name="connsiteY3-378" fmla="*/ 10158 h 10158"/>
                <a:gd name="connsiteX4-379" fmla="*/ 9800 w 10148"/>
                <a:gd name="connsiteY4-380" fmla="*/ 0 h 10158"/>
                <a:gd name="connsiteX0-381" fmla="*/ 9800 w 10148"/>
                <a:gd name="connsiteY0-382" fmla="*/ 0 h 10158"/>
                <a:gd name="connsiteX1-383" fmla="*/ 0 w 10148"/>
                <a:gd name="connsiteY1-384" fmla="*/ 6952 h 10158"/>
                <a:gd name="connsiteX2-385" fmla="*/ 1653 w 10148"/>
                <a:gd name="connsiteY2-386" fmla="*/ 8453 h 10158"/>
                <a:gd name="connsiteX3-387" fmla="*/ 9794 w 10148"/>
                <a:gd name="connsiteY3-388" fmla="*/ 10158 h 10158"/>
                <a:gd name="connsiteX4-389" fmla="*/ 9800 w 10148"/>
                <a:gd name="connsiteY4-390" fmla="*/ 0 h 10158"/>
                <a:gd name="connsiteX0-391" fmla="*/ 8194 w 8542"/>
                <a:gd name="connsiteY0-392" fmla="*/ 0 h 10158"/>
                <a:gd name="connsiteX1-393" fmla="*/ 0 w 8542"/>
                <a:gd name="connsiteY1-394" fmla="*/ 7601 h 10158"/>
                <a:gd name="connsiteX2-395" fmla="*/ 47 w 8542"/>
                <a:gd name="connsiteY2-396" fmla="*/ 8453 h 10158"/>
                <a:gd name="connsiteX3-397" fmla="*/ 8188 w 8542"/>
                <a:gd name="connsiteY3-398" fmla="*/ 10158 h 10158"/>
                <a:gd name="connsiteX4-399" fmla="*/ 8194 w 8542"/>
                <a:gd name="connsiteY4-400" fmla="*/ 0 h 10158"/>
                <a:gd name="connsiteX0-401" fmla="*/ 9538 w 9975"/>
                <a:gd name="connsiteY0-402" fmla="*/ 0 h 10128"/>
                <a:gd name="connsiteX1-403" fmla="*/ 0 w 9975"/>
                <a:gd name="connsiteY1-404" fmla="*/ 7611 h 10128"/>
                <a:gd name="connsiteX2-405" fmla="*/ 55 w 9975"/>
                <a:gd name="connsiteY2-406" fmla="*/ 8450 h 10128"/>
                <a:gd name="connsiteX3-407" fmla="*/ 9586 w 9975"/>
                <a:gd name="connsiteY3-408" fmla="*/ 10128 h 10128"/>
                <a:gd name="connsiteX4-409" fmla="*/ 9538 w 9975"/>
                <a:gd name="connsiteY4-410" fmla="*/ 0 h 10128"/>
                <a:gd name="connsiteX0-411" fmla="*/ 9562 w 9999"/>
                <a:gd name="connsiteY0-412" fmla="*/ 0 h 10000"/>
                <a:gd name="connsiteX1-413" fmla="*/ 0 w 9999"/>
                <a:gd name="connsiteY1-414" fmla="*/ 7515 h 10000"/>
                <a:gd name="connsiteX2-415" fmla="*/ 55 w 9999"/>
                <a:gd name="connsiteY2-416" fmla="*/ 8343 h 10000"/>
                <a:gd name="connsiteX3-417" fmla="*/ 9610 w 9999"/>
                <a:gd name="connsiteY3-418" fmla="*/ 10000 h 10000"/>
                <a:gd name="connsiteX4-419" fmla="*/ 9562 w 9999"/>
                <a:gd name="connsiteY4-420" fmla="*/ 0 h 10000"/>
                <a:gd name="connsiteX0-421" fmla="*/ 9563 w 10000"/>
                <a:gd name="connsiteY0-422" fmla="*/ 0 h 10126"/>
                <a:gd name="connsiteX1-423" fmla="*/ 0 w 10000"/>
                <a:gd name="connsiteY1-424" fmla="*/ 7515 h 10126"/>
                <a:gd name="connsiteX2-425" fmla="*/ 55 w 10000"/>
                <a:gd name="connsiteY2-426" fmla="*/ 8343 h 10126"/>
                <a:gd name="connsiteX3-427" fmla="*/ 9611 w 10000"/>
                <a:gd name="connsiteY3-428" fmla="*/ 10126 h 10126"/>
                <a:gd name="connsiteX4-429" fmla="*/ 9563 w 10000"/>
                <a:gd name="connsiteY4-430" fmla="*/ 0 h 10126"/>
                <a:gd name="connsiteX0-431" fmla="*/ 9563 w 10000"/>
                <a:gd name="connsiteY0-432" fmla="*/ 0 h 10126"/>
                <a:gd name="connsiteX1-433" fmla="*/ 0 w 10000"/>
                <a:gd name="connsiteY1-434" fmla="*/ 7515 h 10126"/>
                <a:gd name="connsiteX2-435" fmla="*/ 55 w 10000"/>
                <a:gd name="connsiteY2-436" fmla="*/ 8343 h 10126"/>
                <a:gd name="connsiteX3-437" fmla="*/ 9611 w 10000"/>
                <a:gd name="connsiteY3-438" fmla="*/ 10126 h 10126"/>
                <a:gd name="connsiteX4-439" fmla="*/ 9563 w 10000"/>
                <a:gd name="connsiteY4-440" fmla="*/ 0 h 10126"/>
                <a:gd name="connsiteX0-441" fmla="*/ 9563 w 9799"/>
                <a:gd name="connsiteY0-442" fmla="*/ 0 h 10126"/>
                <a:gd name="connsiteX1-443" fmla="*/ 0 w 9799"/>
                <a:gd name="connsiteY1-444" fmla="*/ 7515 h 10126"/>
                <a:gd name="connsiteX2-445" fmla="*/ 55 w 9799"/>
                <a:gd name="connsiteY2-446" fmla="*/ 8343 h 10126"/>
                <a:gd name="connsiteX3-447" fmla="*/ 9611 w 9799"/>
                <a:gd name="connsiteY3-448" fmla="*/ 10126 h 10126"/>
                <a:gd name="connsiteX4-449" fmla="*/ 9563 w 9799"/>
                <a:gd name="connsiteY4-450" fmla="*/ 0 h 101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1" name="Rectangle 4"/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2" name="Oval 5"/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3" name="Text Box 108"/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routing algorithm</a:t>
              </a:r>
            </a:p>
          </p:txBody>
        </p:sp>
        <p:sp>
          <p:nvSpPr>
            <p:cNvPr id="544" name="Rectangle 109"/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6" name="Text Box 111"/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header value</a:t>
              </a:r>
            </a:p>
          </p:txBody>
        </p:sp>
        <p:sp>
          <p:nvSpPr>
            <p:cNvPr id="547" name="Text Box 112"/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output link</a:t>
              </a:r>
            </a:p>
          </p:txBody>
        </p:sp>
        <p:sp>
          <p:nvSpPr>
            <p:cNvPr id="548" name="Line 113"/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9" name="Text Box 114"/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1001</a:t>
              </a:r>
            </a:p>
          </p:txBody>
        </p:sp>
        <p:sp>
          <p:nvSpPr>
            <p:cNvPr id="550" name="Text Box 115"/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</a:t>
              </a:r>
            </a:p>
          </p:txBody>
        </p:sp>
        <p:sp>
          <p:nvSpPr>
            <p:cNvPr id="551" name="Line 116"/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52" name="Line 117"/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818" name="Text Box 108"/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local forwarding table</a:t>
              </a:r>
            </a:p>
          </p:txBody>
        </p:sp>
        <p:sp>
          <p:nvSpPr>
            <p:cNvPr id="553" name="AutoShape 118"/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71" name="Content Placeholder 4"/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MS PGothic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 </a:t>
            </a:r>
          </a:p>
          <a:p>
            <a:r>
              <a:rPr lang="en-US" altLang="en-US" dirty="0">
                <a:ea typeface="MS PGothic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local</a:t>
            </a:r>
            <a:r>
              <a:rPr lang="en-US" altLang="en-US" i="1" dirty="0">
                <a:ea typeface="MS PGothic" panose="020B0600070205080204" pitchFamily="34" charset="-128"/>
              </a:rPr>
              <a:t> </a:t>
            </a:r>
            <a:r>
              <a:rPr lang="en-US" altLang="en-US" dirty="0">
                <a:ea typeface="MS PGothic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MS PGothic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/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/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/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/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/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/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/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/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/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/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/>
          <p:cNvSpPr txBox="1"/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43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/>
          <p:cNvSpPr/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93" name="Group 192"/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/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195" name="Text Box 108"/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routing algorithm</a:t>
              </a:r>
            </a:p>
          </p:txBody>
        </p:sp>
      </p:grpSp>
      <p:sp>
        <p:nvSpPr>
          <p:cNvPr id="196" name="Freeform 195"/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-1" fmla="*/ 0 w 2423480"/>
              <a:gd name="connsiteY0-2" fmla="*/ 153322 h 410383"/>
              <a:gd name="connsiteX1-3" fmla="*/ 613863 w 2423480"/>
              <a:gd name="connsiteY1-4" fmla="*/ 409098 h 410383"/>
              <a:gd name="connsiteX2-5" fmla="*/ 1579419 w 2423480"/>
              <a:gd name="connsiteY2-6" fmla="*/ 57406 h 410383"/>
              <a:gd name="connsiteX3-7" fmla="*/ 2423480 w 2423480"/>
              <a:gd name="connsiteY3-8" fmla="*/ 12644 h 410383"/>
              <a:gd name="connsiteX0-9" fmla="*/ 0 w 2423480"/>
              <a:gd name="connsiteY0-10" fmla="*/ 142112 h 399173"/>
              <a:gd name="connsiteX1-11" fmla="*/ 613863 w 2423480"/>
              <a:gd name="connsiteY1-12" fmla="*/ 397888 h 399173"/>
              <a:gd name="connsiteX2-13" fmla="*/ 1579419 w 2423480"/>
              <a:gd name="connsiteY2-14" fmla="*/ 46196 h 399173"/>
              <a:gd name="connsiteX3-15" fmla="*/ 2423480 w 2423480"/>
              <a:gd name="connsiteY3-16" fmla="*/ 1434 h 39917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/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/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/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/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/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/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/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/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/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/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7" name="Oval 144"/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8" name="Oval 144"/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9" name="Oval 144"/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10" name="Oval 144"/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/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29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/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/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-1" fmla="*/ 0 w 2243580"/>
                <a:gd name="connsiteY0-2" fmla="*/ 2158739 h 2158739"/>
                <a:gd name="connsiteX1-3" fmla="*/ 141402 w 2243580"/>
                <a:gd name="connsiteY1-4" fmla="*/ 0 h 2158739"/>
                <a:gd name="connsiteX2-5" fmla="*/ 160256 w 2243580"/>
                <a:gd name="connsiteY2-6" fmla="*/ 1800520 h 2158739"/>
                <a:gd name="connsiteX3-7" fmla="*/ 2243580 w 2243580"/>
                <a:gd name="connsiteY3-8" fmla="*/ 1781666 h 2158739"/>
                <a:gd name="connsiteX4-9" fmla="*/ 0 w 2243580"/>
                <a:gd name="connsiteY4-10" fmla="*/ 2158739 h 2158739"/>
                <a:gd name="connsiteX0-11" fmla="*/ 0 w 2243580"/>
                <a:gd name="connsiteY0-12" fmla="*/ 2158739 h 2158739"/>
                <a:gd name="connsiteX1-13" fmla="*/ 141402 w 2243580"/>
                <a:gd name="connsiteY1-14" fmla="*/ 0 h 2158739"/>
                <a:gd name="connsiteX2-15" fmla="*/ 160256 w 2243580"/>
                <a:gd name="connsiteY2-16" fmla="*/ 1800520 h 2158739"/>
                <a:gd name="connsiteX3-17" fmla="*/ 2243580 w 2243580"/>
                <a:gd name="connsiteY3-18" fmla="*/ 1781666 h 2158739"/>
                <a:gd name="connsiteX4-19" fmla="*/ 0 w 2243580"/>
                <a:gd name="connsiteY4-20" fmla="*/ 2158739 h 2158739"/>
                <a:gd name="connsiteX0-21" fmla="*/ 0 w 2243580"/>
                <a:gd name="connsiteY0-22" fmla="*/ 2158739 h 2158739"/>
                <a:gd name="connsiteX1-23" fmla="*/ 141402 w 2243580"/>
                <a:gd name="connsiteY1-24" fmla="*/ 0 h 2158739"/>
                <a:gd name="connsiteX2-25" fmla="*/ 160256 w 2243580"/>
                <a:gd name="connsiteY2-26" fmla="*/ 1800520 h 2158739"/>
                <a:gd name="connsiteX3-27" fmla="*/ 2243580 w 2243580"/>
                <a:gd name="connsiteY3-28" fmla="*/ 1781666 h 2158739"/>
                <a:gd name="connsiteX4-29" fmla="*/ 0 w 2243580"/>
                <a:gd name="connsiteY4-30" fmla="*/ 2158739 h 215873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/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-1" fmla="*/ 239843 w 2683239"/>
                <a:gd name="connsiteY0-2" fmla="*/ 0 h 404734"/>
                <a:gd name="connsiteX1-3" fmla="*/ 0 w 2683239"/>
                <a:gd name="connsiteY1-4" fmla="*/ 404734 h 404734"/>
                <a:gd name="connsiteX2-5" fmla="*/ 2683239 w 2683239"/>
                <a:gd name="connsiteY2-6" fmla="*/ 389744 h 404734"/>
                <a:gd name="connsiteX3-7" fmla="*/ 239843 w 2683239"/>
                <a:gd name="connsiteY3-8" fmla="*/ 0 h 404734"/>
                <a:gd name="connsiteX0-9" fmla="*/ 239843 w 2683239"/>
                <a:gd name="connsiteY0-10" fmla="*/ 0 h 404734"/>
                <a:gd name="connsiteX1-11" fmla="*/ 0 w 2683239"/>
                <a:gd name="connsiteY1-12" fmla="*/ 404734 h 404734"/>
                <a:gd name="connsiteX2-13" fmla="*/ 2683239 w 2683239"/>
                <a:gd name="connsiteY2-14" fmla="*/ 389744 h 404734"/>
                <a:gd name="connsiteX3-15" fmla="*/ 239843 w 2683239"/>
                <a:gd name="connsiteY3-16" fmla="*/ 0 h 404734"/>
                <a:gd name="connsiteX0-17" fmla="*/ 239843 w 2683239"/>
                <a:gd name="connsiteY0-18" fmla="*/ 0 h 404734"/>
                <a:gd name="connsiteX1-19" fmla="*/ 0 w 2683239"/>
                <a:gd name="connsiteY1-20" fmla="*/ 404734 h 404734"/>
                <a:gd name="connsiteX2-21" fmla="*/ 2683239 w 2683239"/>
                <a:gd name="connsiteY2-22" fmla="*/ 389744 h 404734"/>
                <a:gd name="connsiteX3-23" fmla="*/ 239843 w 2683239"/>
                <a:gd name="connsiteY3-24" fmla="*/ 0 h 404734"/>
                <a:gd name="connsiteX0-25" fmla="*/ 239843 w 2683239"/>
                <a:gd name="connsiteY0-26" fmla="*/ 0 h 404734"/>
                <a:gd name="connsiteX1-27" fmla="*/ 0 w 2683239"/>
                <a:gd name="connsiteY1-28" fmla="*/ 404734 h 404734"/>
                <a:gd name="connsiteX2-29" fmla="*/ 2683239 w 2683239"/>
                <a:gd name="connsiteY2-30" fmla="*/ 389744 h 404734"/>
                <a:gd name="connsiteX3-31" fmla="*/ 239843 w 2683239"/>
                <a:gd name="connsiteY3-32" fmla="*/ 0 h 40473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30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655" indent="-287655"/>
            <a:r>
              <a:rPr lang="en-US" altLang="en-US" sz="2600" dirty="0">
                <a:solidFill>
                  <a:srgbClr val="C00000"/>
                </a:solidFill>
                <a:ea typeface="MS PGothic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MS PGothic" panose="020B0600070205080204" pitchFamily="34" charset="-128"/>
              </a:rPr>
              <a:t>takes </a:t>
            </a:r>
            <a:r>
              <a:rPr lang="en-US" altLang="en-US" sz="2600" i="1" dirty="0">
                <a:ea typeface="MS PGothic" panose="020B0600070205080204" pitchFamily="34" charset="-128"/>
              </a:rPr>
              <a:t>L</a:t>
            </a:r>
            <a:r>
              <a:rPr lang="en-US" altLang="en-US" sz="2600" dirty="0">
                <a:ea typeface="MS PGothic" panose="020B0600070205080204" pitchFamily="34" charset="-128"/>
              </a:rPr>
              <a:t>/</a:t>
            </a:r>
            <a:r>
              <a:rPr lang="en-US" altLang="en-US" sz="2600" i="1" dirty="0">
                <a:ea typeface="MS PGothic" panose="020B0600070205080204" pitchFamily="34" charset="-128"/>
              </a:rPr>
              <a:t>R</a:t>
            </a:r>
            <a:r>
              <a:rPr lang="en-US" altLang="en-US" sz="2600" dirty="0">
                <a:ea typeface="MS PGothic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MS PGothic" panose="020B0600070205080204" pitchFamily="34" charset="-128"/>
              </a:rPr>
              <a:t>L</a:t>
            </a:r>
            <a:r>
              <a:rPr lang="en-US" altLang="en-US" sz="2600" dirty="0">
                <a:ea typeface="MS PGothic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MS PGothic" panose="020B0600070205080204" pitchFamily="34" charset="-128"/>
              </a:rPr>
              <a:t>R</a:t>
            </a:r>
            <a:r>
              <a:rPr lang="en-US" altLang="en-US" sz="2600" dirty="0">
                <a:ea typeface="MS PGothic" panose="020B0600070205080204" pitchFamily="34" charset="-128"/>
              </a:rPr>
              <a:t> bps</a:t>
            </a:r>
          </a:p>
          <a:p>
            <a:pPr marL="287655" indent="-287655"/>
            <a:r>
              <a:rPr lang="en-US" altLang="en-US" sz="2600" i="1" dirty="0">
                <a:solidFill>
                  <a:srgbClr val="CC0000"/>
                </a:solidFill>
                <a:ea typeface="MS PGothic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MS PGothic" panose="020B0600070205080204" pitchFamily="34" charset="-128"/>
              </a:rPr>
              <a:t> </a:t>
            </a:r>
            <a:r>
              <a:rPr lang="en-US" altLang="en-US" sz="2600" i="1" dirty="0">
                <a:ea typeface="MS PGothic" panose="020B0600070205080204" pitchFamily="34" charset="-128"/>
              </a:rPr>
              <a:t>entire</a:t>
            </a:r>
            <a:r>
              <a:rPr lang="en-US" altLang="en-US" sz="2600" dirty="0">
                <a:ea typeface="MS PGothic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287655" indent="-287655">
              <a:spcBef>
                <a:spcPts val="400"/>
              </a:spcBef>
            </a:pPr>
            <a:endParaRPr lang="en-US" altLang="en-US" dirty="0">
              <a:ea typeface="MS PGothic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/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/>
          <p:cNvGrpSpPr/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/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</p:grpSp>
      <p:cxnSp>
        <p:nvCxnSpPr>
          <p:cNvPr id="571" name="Straight Connector 42"/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/>
          <p:cNvGrpSpPr/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/>
            <p:cNvGrpSpPr/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/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/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/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/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/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/>
          <p:cNvGrpSpPr/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/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/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/>
          <p:cNvGrpSpPr/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/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638" name="TextBox 637"/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/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/>
          <p:cNvGrpSpPr/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/>
            <p:cNvSpPr/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4" name="TextBox 643"/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5" name="TextBox 52"/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/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/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/>
          <p:cNvGrpSpPr/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/>
            <p:cNvGrpSpPr/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/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/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0 w 967997"/>
                  <a:gd name="connsiteY0-2" fmla="*/ 0 h 2138362"/>
                  <a:gd name="connsiteX1-3" fmla="*/ 0 w 967997"/>
                  <a:gd name="connsiteY1-4" fmla="*/ 1190625 h 2138362"/>
                  <a:gd name="connsiteX2-5" fmla="*/ 966787 w 967997"/>
                  <a:gd name="connsiteY2-6" fmla="*/ 2138362 h 2138362"/>
                  <a:gd name="connsiteX3-7" fmla="*/ 967618 w 967997"/>
                  <a:gd name="connsiteY3-8" fmla="*/ 1495143 h 2138362"/>
                  <a:gd name="connsiteX4-9" fmla="*/ 0 w 967997"/>
                  <a:gd name="connsiteY4-10" fmla="*/ 0 h 2138362"/>
                  <a:gd name="connsiteX0-11" fmla="*/ 0 w 967997"/>
                  <a:gd name="connsiteY0-12" fmla="*/ 0 h 1424095"/>
                  <a:gd name="connsiteX1-13" fmla="*/ 0 w 967997"/>
                  <a:gd name="connsiteY1-14" fmla="*/ 476358 h 1424095"/>
                  <a:gd name="connsiteX2-15" fmla="*/ 966787 w 967997"/>
                  <a:gd name="connsiteY2-16" fmla="*/ 1424095 h 1424095"/>
                  <a:gd name="connsiteX3-17" fmla="*/ 967618 w 967997"/>
                  <a:gd name="connsiteY3-18" fmla="*/ 780876 h 1424095"/>
                  <a:gd name="connsiteX4-19" fmla="*/ 0 w 967997"/>
                  <a:gd name="connsiteY4-20" fmla="*/ 0 h 14240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Freeform 675"/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  <a:gd name="connsiteX0-161" fmla="*/ 233363 w 1277416"/>
                  <a:gd name="connsiteY0-162" fmla="*/ 0 h 813350"/>
                  <a:gd name="connsiteX1-163" fmla="*/ 0 w 1277416"/>
                  <a:gd name="connsiteY1-164" fmla="*/ 9439 h 813350"/>
                  <a:gd name="connsiteX2-165" fmla="*/ 952500 w 1277416"/>
                  <a:gd name="connsiteY2-166" fmla="*/ 752735 h 813350"/>
                  <a:gd name="connsiteX3-167" fmla="*/ 1277416 w 1277416"/>
                  <a:gd name="connsiteY3-168" fmla="*/ 813350 h 813350"/>
                  <a:gd name="connsiteX4-169" fmla="*/ 233363 w 1277416"/>
                  <a:gd name="connsiteY4-170" fmla="*/ 0 h 813350"/>
                  <a:gd name="connsiteX0-171" fmla="*/ 233363 w 1277416"/>
                  <a:gd name="connsiteY0-172" fmla="*/ 0 h 814795"/>
                  <a:gd name="connsiteX1-173" fmla="*/ 0 w 1277416"/>
                  <a:gd name="connsiteY1-174" fmla="*/ 9439 h 814795"/>
                  <a:gd name="connsiteX2-175" fmla="*/ 980474 w 1277416"/>
                  <a:gd name="connsiteY2-176" fmla="*/ 814795 h 814795"/>
                  <a:gd name="connsiteX3-177" fmla="*/ 1277416 w 1277416"/>
                  <a:gd name="connsiteY3-178" fmla="*/ 813350 h 814795"/>
                  <a:gd name="connsiteX4-179" fmla="*/ 233363 w 1277416"/>
                  <a:gd name="connsiteY4-180" fmla="*/ 0 h 8147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7" name="Freeform 676"/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/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/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/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/>
            <p:cNvGrpSpPr/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/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0 w 967997"/>
                  <a:gd name="connsiteY0-2" fmla="*/ 0 h 2138362"/>
                  <a:gd name="connsiteX1-3" fmla="*/ 0 w 967997"/>
                  <a:gd name="connsiteY1-4" fmla="*/ 1190625 h 2138362"/>
                  <a:gd name="connsiteX2-5" fmla="*/ 966787 w 967997"/>
                  <a:gd name="connsiteY2-6" fmla="*/ 2138362 h 2138362"/>
                  <a:gd name="connsiteX3-7" fmla="*/ 967618 w 967997"/>
                  <a:gd name="connsiteY3-8" fmla="*/ 1495143 h 2138362"/>
                  <a:gd name="connsiteX4-9" fmla="*/ 0 w 967997"/>
                  <a:gd name="connsiteY4-10" fmla="*/ 0 h 2138362"/>
                  <a:gd name="connsiteX0-11" fmla="*/ 0 w 967997"/>
                  <a:gd name="connsiteY0-12" fmla="*/ 0 h 1424095"/>
                  <a:gd name="connsiteX1-13" fmla="*/ 0 w 967997"/>
                  <a:gd name="connsiteY1-14" fmla="*/ 476358 h 1424095"/>
                  <a:gd name="connsiteX2-15" fmla="*/ 966787 w 967997"/>
                  <a:gd name="connsiteY2-16" fmla="*/ 1424095 h 1424095"/>
                  <a:gd name="connsiteX3-17" fmla="*/ 967618 w 967997"/>
                  <a:gd name="connsiteY3-18" fmla="*/ 780876 h 1424095"/>
                  <a:gd name="connsiteX4-19" fmla="*/ 0 w 967997"/>
                  <a:gd name="connsiteY4-20" fmla="*/ 0 h 14240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666"/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  <a:gd name="connsiteX0-161" fmla="*/ 233363 w 1277416"/>
                  <a:gd name="connsiteY0-162" fmla="*/ 0 h 813350"/>
                  <a:gd name="connsiteX1-163" fmla="*/ 0 w 1277416"/>
                  <a:gd name="connsiteY1-164" fmla="*/ 9439 h 813350"/>
                  <a:gd name="connsiteX2-165" fmla="*/ 952500 w 1277416"/>
                  <a:gd name="connsiteY2-166" fmla="*/ 752735 h 813350"/>
                  <a:gd name="connsiteX3-167" fmla="*/ 1277416 w 1277416"/>
                  <a:gd name="connsiteY3-168" fmla="*/ 813350 h 813350"/>
                  <a:gd name="connsiteX4-169" fmla="*/ 233363 w 1277416"/>
                  <a:gd name="connsiteY4-170" fmla="*/ 0 h 813350"/>
                  <a:gd name="connsiteX0-171" fmla="*/ 233363 w 1277416"/>
                  <a:gd name="connsiteY0-172" fmla="*/ 0 h 814795"/>
                  <a:gd name="connsiteX1-173" fmla="*/ 0 w 1277416"/>
                  <a:gd name="connsiteY1-174" fmla="*/ 9439 h 814795"/>
                  <a:gd name="connsiteX2-175" fmla="*/ 980474 w 1277416"/>
                  <a:gd name="connsiteY2-176" fmla="*/ 814795 h 814795"/>
                  <a:gd name="connsiteX3-177" fmla="*/ 1277416 w 1277416"/>
                  <a:gd name="connsiteY3-178" fmla="*/ 813350 h 814795"/>
                  <a:gd name="connsiteX4-179" fmla="*/ 233363 w 1277416"/>
                  <a:gd name="connsiteY4-180" fmla="*/ 0 h 8147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Rectangle 71"/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/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/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/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/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/>
            <p:cNvGrpSpPr/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/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4" name="Freeform 663"/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5" name="Rectangle 68"/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/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/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/>
            <p:cNvGrpSpPr/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/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1" name="Freeform 660"/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2" name="Rectangle 65"/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/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/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/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/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/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63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None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/>
          <p:cNvGrpSpPr/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79" name="Line 276"/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0" name="Line 277"/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1" name="Line 278"/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2" name="Line 279"/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3" name="Line 280"/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4" name="Rectangle 287"/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5" name="Rectangle 288"/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6" name="Rectangle 289"/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7" name="Rectangle 290"/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8" name="Rectangle 291"/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9" name="Rectangle 292"/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0" name="Rectangle 293"/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7" name="Rectangle 299"/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0" name="Line 302"/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1" name="Text Box 303"/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2" name="Text Box 304"/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3" name="Text Box 305"/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4" name="Text Box 308"/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100 Mb/s</a:t>
            </a:r>
          </a:p>
        </p:txBody>
      </p:sp>
      <p:sp>
        <p:nvSpPr>
          <p:cNvPr id="305" name="Text Box 309"/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6" name="Text Box 310"/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7" name="Line 281"/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8" name="Line 283"/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9" name="Text Box 306"/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0" name="Text Box 307"/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1" name="Text Box 330"/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pic>
        <p:nvPicPr>
          <p:cNvPr id="314" name="Picture 97" descr="desktop_computer_stylized_mediu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/>
          <p:cNvSpPr/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16" name="Group 99"/>
          <p:cNvGrpSpPr/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19" name="Group 102"/>
          <p:cNvGrpSpPr/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22" name="Group 108"/>
          <p:cNvGrpSpPr/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63" name="Group 362"/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/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/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91" name="Group 311"/>
          <p:cNvGrpSpPr/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3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4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5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96" name="Rectangle 298"/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8" name="Line 300"/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9" name="Line 301"/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2" name="Line 332"/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8" name="Line 332"/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9" name="Line 332"/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32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/>
          <p:cNvGrpSpPr/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79" name="Line 276"/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0" name="Line 277"/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1" name="Line 278"/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2" name="Line 279"/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3" name="Line 280"/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4" name="Rectangle 287"/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5" name="Rectangle 288"/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6" name="Rectangle 289"/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7" name="Rectangle 290"/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8" name="Rectangle 291"/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9" name="Rectangle 292"/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0" name="Rectangle 293"/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7" name="Rectangle 299"/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0" name="Line 302"/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1" name="Text Box 303"/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2" name="Text Box 304"/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3" name="Text Box 305"/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4" name="Text Box 308"/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100 Mb/s</a:t>
            </a:r>
          </a:p>
        </p:txBody>
      </p:sp>
      <p:sp>
        <p:nvSpPr>
          <p:cNvPr id="305" name="Text Box 309"/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6" name="Text Box 310"/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7" name="Line 281"/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8" name="Line 283"/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9" name="Text Box 306"/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0" name="Text Box 307"/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1" name="Text Box 330"/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pic>
        <p:nvPicPr>
          <p:cNvPr id="314" name="Picture 97" descr="desktop_computer_stylized_mediu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/>
          <p:cNvSpPr/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16" name="Group 99"/>
          <p:cNvGrpSpPr/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19" name="Group 102"/>
          <p:cNvGrpSpPr/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22" name="Group 108"/>
          <p:cNvGrpSpPr/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63" name="Group 362"/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/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/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91" name="Group 311"/>
          <p:cNvGrpSpPr/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3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4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5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96" name="Rectangle 298"/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8" name="Line 300"/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9" name="Line 301"/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2" name="Line 332"/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8" name="Line 332"/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9" name="Line 332"/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" name="Content Placeholder 2"/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MS PGothic" panose="020B0600070205080204" pitchFamily="34" charset="-128"/>
              </a:rPr>
              <a:t>i</a:t>
            </a:r>
            <a:r>
              <a:rPr lang="en-US" altLang="en-US" dirty="0">
                <a:ea typeface="MS PGothic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655" indent="-230505"/>
            <a:r>
              <a:rPr lang="en-US" altLang="en-US" dirty="0">
                <a:ea typeface="MS PGothic" panose="020B0600070205080204" pitchFamily="34" charset="-128"/>
              </a:rPr>
              <a:t>packets will queue, waiting to be transmitted on output link </a:t>
            </a:r>
          </a:p>
          <a:p>
            <a:pPr marL="287655" indent="-230505"/>
            <a:r>
              <a:rPr lang="en-US" altLang="en-US" dirty="0">
                <a:ea typeface="MS PGothic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430" indent="-11430">
              <a:buNone/>
            </a:pP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MS PGothic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MS PGothic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MS PGothic" panose="020B0600070205080204" pitchFamily="34" charset="-128"/>
              </a:rPr>
              <a:t>call gets 2</a:t>
            </a:r>
            <a:r>
              <a:rPr lang="en-US" altLang="en-US" baseline="30000" dirty="0">
                <a:ea typeface="MS PGothic" panose="020B0600070205080204" pitchFamily="34" charset="-128"/>
              </a:rPr>
              <a:t>nd</a:t>
            </a:r>
            <a:r>
              <a:rPr lang="en-US" altLang="en-US" dirty="0">
                <a:ea typeface="MS PGothic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MS PGothic" panose="020B0600070205080204" pitchFamily="34" charset="-128"/>
              </a:rPr>
              <a:t>st</a:t>
            </a:r>
            <a:r>
              <a:rPr lang="en-US" altLang="en-US" dirty="0">
                <a:ea typeface="MS PGothic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MS PGothic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MS PGothic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MS PGothic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/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1" name="Rectangle 630"/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2" name="Rectangle 631"/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3" name="Rectangle 632"/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35" name="Group 75"/>
          <p:cNvGrpSpPr/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/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6" name="Rectangle 675"/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7" name="Rectangle 676"/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8" name="Rectangle 677"/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grpSp>
        <p:nvGrpSpPr>
          <p:cNvPr id="636" name="Group 80"/>
          <p:cNvGrpSpPr/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/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2" name="Rectangle 671"/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3" name="Rectangle 672"/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4" name="Rectangle 673"/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637" name="Rectangle 636"/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8" name="Rectangle 637"/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9" name="Rectangle 638"/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41" name="Rectangle 640"/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50" name="Group 100"/>
          <p:cNvGrpSpPr/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/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18" name="Rectangle 717"/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19" name="Rectangle 718"/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0" name="Rectangle 719"/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1" name="Rectangle 720"/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2" name="Rectangle 721"/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3" name="Rectangle 722"/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4" name="Rectangle 723"/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5" name="Rectangle 724"/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13" name="Group 100"/>
          <p:cNvGrpSpPr/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/>
          <p:cNvGrpSpPr/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/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/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/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/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/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59" name="Rectangle 758"/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60" name="Rectangle 759"/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6" name="TextBox 1"/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/>
          <p:cNvSpPr txBox="1"/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34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/>
          <p:cNvGrpSpPr/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/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/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" name="Line 8"/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/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" name="Rectangle 10"/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/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7" name="Rectangle 12"/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8" name="Rectangle 13"/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9" name="Rectangle 14"/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90" name="Group 15"/>
          <p:cNvGrpSpPr/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/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/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" name="Line 19"/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/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6" name="Rectangle 21"/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/>
          <p:cNvGrpSpPr/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/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" name="Rectangle 24"/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/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/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/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/>
          <p:cNvGrpSpPr/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/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/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/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/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/>
          <p:cNvGrpSpPr/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/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/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/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/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/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/>
          <p:cNvGrpSpPr/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/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/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/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/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/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/>
          <p:cNvGrpSpPr/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/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/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/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/>
          <p:cNvGrpSpPr/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/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/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/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/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/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/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/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/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/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/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/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/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/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/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/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/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/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/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/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/>
          <p:cNvGrpSpPr/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/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/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/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/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/>
          <p:cNvGrpSpPr/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/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/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/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/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/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/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/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/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/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/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/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/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/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/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/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/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/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/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/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/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/>
          <p:cNvGrpSpPr/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/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/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/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/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/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/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430" indent="-11430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MS PGothic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MS PGothic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MS PGothic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MS PGothic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MS PGothic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/>
          <p:cNvSpPr txBox="1"/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430" marR="0" lvl="0" indent="-1143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/>
          <p:cNvSpPr txBox="1"/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/>
          <p:cNvSpPr txBox="1"/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/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tabLst>
                <a:tab pos="566420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420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420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7055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420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0" name="Rectangle 4"/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/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/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/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/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/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/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/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/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/>
            <p:cNvGrpSpPr/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/>
            <p:cNvGrpSpPr/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/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7055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420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/>
            <p:cNvGrpSpPr/>
            <p:nvPr/>
          </p:nvGrpSpPr>
          <p:grpSpPr bwMode="auto">
            <a:xfrm>
              <a:off x="6219664" y="4101096"/>
              <a:ext cx="4945068" cy="989012"/>
              <a:chOff x="2915" y="2642"/>
              <a:chExt cx="3115" cy="623"/>
            </a:xfrm>
          </p:grpSpPr>
          <p:sp>
            <p:nvSpPr>
              <p:cNvPr id="199" name="Text Box 48"/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/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A: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Probability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/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7055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420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tabLst>
                  <a:tab pos="566420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tabLst>
                  <a:tab pos="566420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/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4" name="Text Box 20"/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/>
          <p:cNvSpPr txBox="1"/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None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Yu Gothic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/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/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/>
            <p:cNvSpPr/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/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/>
            <p:cNvSpPr/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/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/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/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/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/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/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/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/>
            <p:cNvCxnSpPr/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/>
            <p:cNvCxnSpPr/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/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/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/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/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/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/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/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/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/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/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/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/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/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/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/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/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/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/>
            <p:cNvSpPr/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/>
            <p:cNvSpPr/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/>
            <p:cNvSpPr/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/>
            <p:cNvSpPr/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/>
            <p:cNvSpPr/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/>
            <p:cNvSpPr/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/>
            <p:cNvSpPr/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/>
            <p:cNvGrpSpPr/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/>
            <p:cNvSpPr/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/>
            <p:cNvSpPr/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/>
            <p:cNvSpPr/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/>
            <p:cNvSpPr/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/>
            <p:cNvSpPr/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/>
            <p:cNvSpPr/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/>
            <p:cNvSpPr/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/>
            <p:cNvSpPr/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/>
            <p:cNvSpPr/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/>
            <p:cNvSpPr/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/>
            <p:cNvSpPr/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/>
            <p:cNvSpPr/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/>
            <p:cNvSpPr/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/>
            <p:cNvGrpSpPr/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/>
            <p:cNvSpPr/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/>
            <p:cNvSpPr/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/>
            <p:cNvSpPr/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/>
            <p:cNvSpPr/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/>
            <p:cNvSpPr/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/>
            <p:cNvSpPr/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/>
            <p:cNvSpPr/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/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/>
            <p:cNvGrpSpPr/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/>
            <p:cNvGrpSpPr/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/>
            <p:cNvGrpSpPr/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/>
            <p:cNvSpPr/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/>
            <p:cNvSpPr/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/>
            <p:cNvSpPr/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/>
            <p:cNvSpPr/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/>
            <p:cNvSpPr/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/>
            <p:cNvSpPr/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/>
            <p:cNvSpPr/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/>
            <p:cNvGrpSpPr/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/>
            <p:cNvSpPr/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/>
            <p:cNvSpPr/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/>
            <p:cNvSpPr/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/>
            <p:cNvSpPr/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/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/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/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/>
                <p:cNvGrpSpPr/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/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/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/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/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/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/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/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/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/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/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/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/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/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/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/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/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/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/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/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/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/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/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/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/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/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/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/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/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/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/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/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/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/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/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/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/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/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/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/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/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/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/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/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/>
            <p:cNvGrpSpPr/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/>
            <p:cNvGrpSpPr/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/>
            <p:cNvGrpSpPr/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39</a:t>
            </a:fld>
            <a:endParaRPr lang="en-US" dirty="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/>
          <p:cNvGrpSpPr/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/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/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/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/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/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/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/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/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/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/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/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/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/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/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/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/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/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/>
          <p:cNvGrpSpPr/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/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/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/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/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/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/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/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/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/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/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/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/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/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/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/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/>
          <p:cNvGrpSpPr/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/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/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/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/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/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/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/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/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/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/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/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/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/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/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/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/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40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/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charset="0"/>
              <a:buNone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charset="0"/>
              <a:buNone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/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/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/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/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/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/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/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/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/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/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/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/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/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/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/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/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/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/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/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/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/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/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/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/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/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/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/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/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/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/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/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/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/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/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/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/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/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/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/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/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/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42</a:t>
            </a:fld>
            <a:endParaRPr lang="en-US" dirty="0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/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/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/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/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/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/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/>
          <p:cNvGrpSpPr/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/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/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/>
          <p:cNvGrpSpPr/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/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/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/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/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/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/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/>
            <p:cNvGrpSpPr/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/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/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/>
          <p:cNvGrpSpPr/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/>
          <p:cNvGrpSpPr/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/>
          <p:cNvGrpSpPr/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/>
          <p:cNvGrpSpPr/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/>
          <p:cNvGrpSpPr/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/>
          <p:cNvGrpSpPr/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/>
          <p:cNvGrpSpPr/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/>
          <p:cNvGrpSpPr/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/>
          <p:cNvGrpSpPr/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/>
          <p:cNvGrpSpPr/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/>
          <p:cNvGrpSpPr/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/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/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/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/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/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/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/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/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/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/>
          <p:cNvGrpSpPr/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/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4" name="TextBox 522"/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/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/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/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/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/>
          <p:cNvGrpSpPr/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/>
          <p:cNvGrpSpPr/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/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/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/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/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/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351" name="Straight Connector 511"/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/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/>
          <p:cNvGrpSpPr/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/>
          <p:cNvGrpSpPr/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/>
          <p:cNvGrpSpPr/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/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2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44</a:t>
            </a:fld>
            <a:endParaRPr lang="en-US" dirty="0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/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/>
          <p:cNvGrpSpPr/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/>
          <p:cNvGrpSpPr/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/>
          <p:cNvGrpSpPr/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/>
          <p:cNvGrpSpPr/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/>
          <p:cNvGrpSpPr/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/>
          <p:cNvGrpSpPr/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/>
          <p:cNvGrpSpPr/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/>
          <p:cNvGrpSpPr/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/>
          <p:cNvGrpSpPr/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/>
          <p:cNvGrpSpPr/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/>
          <p:cNvGrpSpPr/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/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/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/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/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/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/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/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/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/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/>
          <p:cNvGrpSpPr/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/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4" name="TextBox 522"/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/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/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/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/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/>
          <p:cNvGrpSpPr/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/>
          <p:cNvGrpSpPr/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/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/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/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/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/>
          <p:cNvGrpSpPr/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/>
          <p:cNvGrpSpPr/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/>
          <p:cNvGrpSpPr/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/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/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/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/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/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/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/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-1" fmla="*/ 3618 w 651290"/>
                      <a:gd name="connsiteY0-2" fmla="*/ 593378 h 593378"/>
                      <a:gd name="connsiteX1-3" fmla="*/ 0 w 651290"/>
                      <a:gd name="connsiteY1-4" fmla="*/ 242416 h 593378"/>
                      <a:gd name="connsiteX2-5" fmla="*/ 423338 w 651290"/>
                      <a:gd name="connsiteY2-6" fmla="*/ 101308 h 593378"/>
                      <a:gd name="connsiteX3-7" fmla="*/ 647672 w 651290"/>
                      <a:gd name="connsiteY3-8" fmla="*/ 0 h 593378"/>
                      <a:gd name="connsiteX4-9" fmla="*/ 651290 w 651290"/>
                      <a:gd name="connsiteY4-10" fmla="*/ 593378 h 593378"/>
                      <a:gd name="connsiteX5-11" fmla="*/ 3618 w 651290"/>
                      <a:gd name="connsiteY5-12" fmla="*/ 593378 h 593378"/>
                      <a:gd name="connsiteX0-13" fmla="*/ 3618 w 651290"/>
                      <a:gd name="connsiteY0-14" fmla="*/ 662124 h 662124"/>
                      <a:gd name="connsiteX1-15" fmla="*/ 0 w 651290"/>
                      <a:gd name="connsiteY1-16" fmla="*/ 311162 h 662124"/>
                      <a:gd name="connsiteX2-17" fmla="*/ 376300 w 651290"/>
                      <a:gd name="connsiteY2-18" fmla="*/ 0 h 662124"/>
                      <a:gd name="connsiteX3-19" fmla="*/ 647672 w 651290"/>
                      <a:gd name="connsiteY3-20" fmla="*/ 68746 h 662124"/>
                      <a:gd name="connsiteX4-21" fmla="*/ 651290 w 651290"/>
                      <a:gd name="connsiteY4-22" fmla="*/ 662124 h 662124"/>
                      <a:gd name="connsiteX5-23" fmla="*/ 3618 w 651290"/>
                      <a:gd name="connsiteY5-24" fmla="*/ 662124 h 662124"/>
                      <a:gd name="connsiteX0-25" fmla="*/ 0 w 647672"/>
                      <a:gd name="connsiteY0-26" fmla="*/ 662124 h 662124"/>
                      <a:gd name="connsiteX1-27" fmla="*/ 123021 w 647672"/>
                      <a:gd name="connsiteY1-28" fmla="*/ 83217 h 662124"/>
                      <a:gd name="connsiteX2-29" fmla="*/ 372682 w 647672"/>
                      <a:gd name="connsiteY2-30" fmla="*/ 0 h 662124"/>
                      <a:gd name="connsiteX3-31" fmla="*/ 644054 w 647672"/>
                      <a:gd name="connsiteY3-32" fmla="*/ 68746 h 662124"/>
                      <a:gd name="connsiteX4-33" fmla="*/ 647672 w 647672"/>
                      <a:gd name="connsiteY4-34" fmla="*/ 662124 h 662124"/>
                      <a:gd name="connsiteX5-35" fmla="*/ 0 w 647672"/>
                      <a:gd name="connsiteY5-36" fmla="*/ 662124 h 662124"/>
                      <a:gd name="connsiteX0-37" fmla="*/ 7238 w 524651"/>
                      <a:gd name="connsiteY0-38" fmla="*/ 669360 h 669360"/>
                      <a:gd name="connsiteX1-39" fmla="*/ 0 w 524651"/>
                      <a:gd name="connsiteY1-40" fmla="*/ 83217 h 669360"/>
                      <a:gd name="connsiteX2-41" fmla="*/ 249661 w 524651"/>
                      <a:gd name="connsiteY2-42" fmla="*/ 0 h 669360"/>
                      <a:gd name="connsiteX3-43" fmla="*/ 521033 w 524651"/>
                      <a:gd name="connsiteY3-44" fmla="*/ 68746 h 669360"/>
                      <a:gd name="connsiteX4-45" fmla="*/ 524651 w 524651"/>
                      <a:gd name="connsiteY4-46" fmla="*/ 662124 h 669360"/>
                      <a:gd name="connsiteX5-47" fmla="*/ 7238 w 524651"/>
                      <a:gd name="connsiteY5-48" fmla="*/ 669360 h 669360"/>
                      <a:gd name="connsiteX0-49" fmla="*/ 438 w 528706"/>
                      <a:gd name="connsiteY0-50" fmla="*/ 665742 h 665742"/>
                      <a:gd name="connsiteX1-51" fmla="*/ 4055 w 528706"/>
                      <a:gd name="connsiteY1-52" fmla="*/ 83217 h 665742"/>
                      <a:gd name="connsiteX2-53" fmla="*/ 253716 w 528706"/>
                      <a:gd name="connsiteY2-54" fmla="*/ 0 h 665742"/>
                      <a:gd name="connsiteX3-55" fmla="*/ 525088 w 528706"/>
                      <a:gd name="connsiteY3-56" fmla="*/ 68746 h 665742"/>
                      <a:gd name="connsiteX4-57" fmla="*/ 528706 w 528706"/>
                      <a:gd name="connsiteY4-58" fmla="*/ 662124 h 665742"/>
                      <a:gd name="connsiteX5-59" fmla="*/ 438 w 528706"/>
                      <a:gd name="connsiteY5-60" fmla="*/ 665742 h 665742"/>
                      <a:gd name="connsiteX0-61" fmla="*/ 155 w 546514"/>
                      <a:gd name="connsiteY0-62" fmla="*/ 662124 h 662124"/>
                      <a:gd name="connsiteX1-63" fmla="*/ 21863 w 546514"/>
                      <a:gd name="connsiteY1-64" fmla="*/ 83217 h 662124"/>
                      <a:gd name="connsiteX2-65" fmla="*/ 271524 w 546514"/>
                      <a:gd name="connsiteY2-66" fmla="*/ 0 h 662124"/>
                      <a:gd name="connsiteX3-67" fmla="*/ 542896 w 546514"/>
                      <a:gd name="connsiteY3-68" fmla="*/ 68746 h 662124"/>
                      <a:gd name="connsiteX4-69" fmla="*/ 546514 w 546514"/>
                      <a:gd name="connsiteY4-70" fmla="*/ 662124 h 662124"/>
                      <a:gd name="connsiteX5-71" fmla="*/ 155 w 546514"/>
                      <a:gd name="connsiteY5-72" fmla="*/ 662124 h 662124"/>
                      <a:gd name="connsiteX0-73" fmla="*/ 10856 w 524651"/>
                      <a:gd name="connsiteY0-74" fmla="*/ 658506 h 662124"/>
                      <a:gd name="connsiteX1-75" fmla="*/ 0 w 524651"/>
                      <a:gd name="connsiteY1-76" fmla="*/ 83217 h 662124"/>
                      <a:gd name="connsiteX2-77" fmla="*/ 249661 w 524651"/>
                      <a:gd name="connsiteY2-78" fmla="*/ 0 h 662124"/>
                      <a:gd name="connsiteX3-79" fmla="*/ 521033 w 524651"/>
                      <a:gd name="connsiteY3-80" fmla="*/ 68746 h 662124"/>
                      <a:gd name="connsiteX4-81" fmla="*/ 524651 w 524651"/>
                      <a:gd name="connsiteY4-82" fmla="*/ 662124 h 662124"/>
                      <a:gd name="connsiteX5-83" fmla="*/ 10856 w 524651"/>
                      <a:gd name="connsiteY5-84" fmla="*/ 658506 h 662124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/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/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/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/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/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/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/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/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/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/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-1" fmla="*/ 3618 w 651290"/>
                        <a:gd name="connsiteY0-2" fmla="*/ 593378 h 593378"/>
                        <a:gd name="connsiteX1-3" fmla="*/ 0 w 651290"/>
                        <a:gd name="connsiteY1-4" fmla="*/ 242416 h 593378"/>
                        <a:gd name="connsiteX2-5" fmla="*/ 423338 w 651290"/>
                        <a:gd name="connsiteY2-6" fmla="*/ 101308 h 593378"/>
                        <a:gd name="connsiteX3-7" fmla="*/ 647672 w 651290"/>
                        <a:gd name="connsiteY3-8" fmla="*/ 0 h 593378"/>
                        <a:gd name="connsiteX4-9" fmla="*/ 651290 w 651290"/>
                        <a:gd name="connsiteY4-10" fmla="*/ 593378 h 593378"/>
                        <a:gd name="connsiteX5-11" fmla="*/ 3618 w 651290"/>
                        <a:gd name="connsiteY5-12" fmla="*/ 593378 h 593378"/>
                        <a:gd name="connsiteX0-13" fmla="*/ 3618 w 651290"/>
                        <a:gd name="connsiteY0-14" fmla="*/ 662124 h 662124"/>
                        <a:gd name="connsiteX1-15" fmla="*/ 0 w 651290"/>
                        <a:gd name="connsiteY1-16" fmla="*/ 311162 h 662124"/>
                        <a:gd name="connsiteX2-17" fmla="*/ 376300 w 651290"/>
                        <a:gd name="connsiteY2-18" fmla="*/ 0 h 662124"/>
                        <a:gd name="connsiteX3-19" fmla="*/ 647672 w 651290"/>
                        <a:gd name="connsiteY3-20" fmla="*/ 68746 h 662124"/>
                        <a:gd name="connsiteX4-21" fmla="*/ 651290 w 651290"/>
                        <a:gd name="connsiteY4-22" fmla="*/ 662124 h 662124"/>
                        <a:gd name="connsiteX5-23" fmla="*/ 3618 w 651290"/>
                        <a:gd name="connsiteY5-24" fmla="*/ 662124 h 662124"/>
                        <a:gd name="connsiteX0-25" fmla="*/ 0 w 647672"/>
                        <a:gd name="connsiteY0-26" fmla="*/ 662124 h 662124"/>
                        <a:gd name="connsiteX1-27" fmla="*/ 123021 w 647672"/>
                        <a:gd name="connsiteY1-28" fmla="*/ 83217 h 662124"/>
                        <a:gd name="connsiteX2-29" fmla="*/ 372682 w 647672"/>
                        <a:gd name="connsiteY2-30" fmla="*/ 0 h 662124"/>
                        <a:gd name="connsiteX3-31" fmla="*/ 644054 w 647672"/>
                        <a:gd name="connsiteY3-32" fmla="*/ 68746 h 662124"/>
                        <a:gd name="connsiteX4-33" fmla="*/ 647672 w 647672"/>
                        <a:gd name="connsiteY4-34" fmla="*/ 662124 h 662124"/>
                        <a:gd name="connsiteX5-35" fmla="*/ 0 w 647672"/>
                        <a:gd name="connsiteY5-36" fmla="*/ 662124 h 662124"/>
                        <a:gd name="connsiteX0-37" fmla="*/ 7238 w 524651"/>
                        <a:gd name="connsiteY0-38" fmla="*/ 669360 h 669360"/>
                        <a:gd name="connsiteX1-39" fmla="*/ 0 w 524651"/>
                        <a:gd name="connsiteY1-40" fmla="*/ 83217 h 669360"/>
                        <a:gd name="connsiteX2-41" fmla="*/ 249661 w 524651"/>
                        <a:gd name="connsiteY2-42" fmla="*/ 0 h 669360"/>
                        <a:gd name="connsiteX3-43" fmla="*/ 521033 w 524651"/>
                        <a:gd name="connsiteY3-44" fmla="*/ 68746 h 669360"/>
                        <a:gd name="connsiteX4-45" fmla="*/ 524651 w 524651"/>
                        <a:gd name="connsiteY4-46" fmla="*/ 662124 h 669360"/>
                        <a:gd name="connsiteX5-47" fmla="*/ 7238 w 524651"/>
                        <a:gd name="connsiteY5-48" fmla="*/ 669360 h 669360"/>
                        <a:gd name="connsiteX0-49" fmla="*/ 438 w 528706"/>
                        <a:gd name="connsiteY0-50" fmla="*/ 665742 h 665742"/>
                        <a:gd name="connsiteX1-51" fmla="*/ 4055 w 528706"/>
                        <a:gd name="connsiteY1-52" fmla="*/ 83217 h 665742"/>
                        <a:gd name="connsiteX2-53" fmla="*/ 253716 w 528706"/>
                        <a:gd name="connsiteY2-54" fmla="*/ 0 h 665742"/>
                        <a:gd name="connsiteX3-55" fmla="*/ 525088 w 528706"/>
                        <a:gd name="connsiteY3-56" fmla="*/ 68746 h 665742"/>
                        <a:gd name="connsiteX4-57" fmla="*/ 528706 w 528706"/>
                        <a:gd name="connsiteY4-58" fmla="*/ 662124 h 665742"/>
                        <a:gd name="connsiteX5-59" fmla="*/ 438 w 528706"/>
                        <a:gd name="connsiteY5-60" fmla="*/ 665742 h 665742"/>
                        <a:gd name="connsiteX0-61" fmla="*/ 155 w 546514"/>
                        <a:gd name="connsiteY0-62" fmla="*/ 662124 h 662124"/>
                        <a:gd name="connsiteX1-63" fmla="*/ 21863 w 546514"/>
                        <a:gd name="connsiteY1-64" fmla="*/ 83217 h 662124"/>
                        <a:gd name="connsiteX2-65" fmla="*/ 271524 w 546514"/>
                        <a:gd name="connsiteY2-66" fmla="*/ 0 h 662124"/>
                        <a:gd name="connsiteX3-67" fmla="*/ 542896 w 546514"/>
                        <a:gd name="connsiteY3-68" fmla="*/ 68746 h 662124"/>
                        <a:gd name="connsiteX4-69" fmla="*/ 546514 w 546514"/>
                        <a:gd name="connsiteY4-70" fmla="*/ 662124 h 662124"/>
                        <a:gd name="connsiteX5-71" fmla="*/ 155 w 546514"/>
                        <a:gd name="connsiteY5-72" fmla="*/ 662124 h 662124"/>
                        <a:gd name="connsiteX0-73" fmla="*/ 10856 w 524651"/>
                        <a:gd name="connsiteY0-74" fmla="*/ 658506 h 662124"/>
                        <a:gd name="connsiteX1-75" fmla="*/ 0 w 524651"/>
                        <a:gd name="connsiteY1-76" fmla="*/ 83217 h 662124"/>
                        <a:gd name="connsiteX2-77" fmla="*/ 249661 w 524651"/>
                        <a:gd name="connsiteY2-78" fmla="*/ 0 h 662124"/>
                        <a:gd name="connsiteX3-79" fmla="*/ 521033 w 524651"/>
                        <a:gd name="connsiteY3-80" fmla="*/ 68746 h 662124"/>
                        <a:gd name="connsiteX4-81" fmla="*/ 524651 w 524651"/>
                        <a:gd name="connsiteY4-82" fmla="*/ 662124 h 662124"/>
                        <a:gd name="connsiteX5-83" fmla="*/ 10856 w 524651"/>
                        <a:gd name="connsiteY5-84" fmla="*/ 658506 h 662124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/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/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/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/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/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/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/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/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/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/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/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-1" fmla="*/ 3618 w 651290"/>
                      <a:gd name="connsiteY0-2" fmla="*/ 593378 h 593378"/>
                      <a:gd name="connsiteX1-3" fmla="*/ 0 w 651290"/>
                      <a:gd name="connsiteY1-4" fmla="*/ 242416 h 593378"/>
                      <a:gd name="connsiteX2-5" fmla="*/ 423338 w 651290"/>
                      <a:gd name="connsiteY2-6" fmla="*/ 101308 h 593378"/>
                      <a:gd name="connsiteX3-7" fmla="*/ 647672 w 651290"/>
                      <a:gd name="connsiteY3-8" fmla="*/ 0 h 593378"/>
                      <a:gd name="connsiteX4-9" fmla="*/ 651290 w 651290"/>
                      <a:gd name="connsiteY4-10" fmla="*/ 593378 h 593378"/>
                      <a:gd name="connsiteX5-11" fmla="*/ 3618 w 651290"/>
                      <a:gd name="connsiteY5-12" fmla="*/ 593378 h 593378"/>
                      <a:gd name="connsiteX0-13" fmla="*/ 3618 w 651290"/>
                      <a:gd name="connsiteY0-14" fmla="*/ 662124 h 662124"/>
                      <a:gd name="connsiteX1-15" fmla="*/ 0 w 651290"/>
                      <a:gd name="connsiteY1-16" fmla="*/ 311162 h 662124"/>
                      <a:gd name="connsiteX2-17" fmla="*/ 376300 w 651290"/>
                      <a:gd name="connsiteY2-18" fmla="*/ 0 h 662124"/>
                      <a:gd name="connsiteX3-19" fmla="*/ 647672 w 651290"/>
                      <a:gd name="connsiteY3-20" fmla="*/ 68746 h 662124"/>
                      <a:gd name="connsiteX4-21" fmla="*/ 651290 w 651290"/>
                      <a:gd name="connsiteY4-22" fmla="*/ 662124 h 662124"/>
                      <a:gd name="connsiteX5-23" fmla="*/ 3618 w 651290"/>
                      <a:gd name="connsiteY5-24" fmla="*/ 662124 h 662124"/>
                      <a:gd name="connsiteX0-25" fmla="*/ 0 w 647672"/>
                      <a:gd name="connsiteY0-26" fmla="*/ 662124 h 662124"/>
                      <a:gd name="connsiteX1-27" fmla="*/ 123021 w 647672"/>
                      <a:gd name="connsiteY1-28" fmla="*/ 83217 h 662124"/>
                      <a:gd name="connsiteX2-29" fmla="*/ 372682 w 647672"/>
                      <a:gd name="connsiteY2-30" fmla="*/ 0 h 662124"/>
                      <a:gd name="connsiteX3-31" fmla="*/ 644054 w 647672"/>
                      <a:gd name="connsiteY3-32" fmla="*/ 68746 h 662124"/>
                      <a:gd name="connsiteX4-33" fmla="*/ 647672 w 647672"/>
                      <a:gd name="connsiteY4-34" fmla="*/ 662124 h 662124"/>
                      <a:gd name="connsiteX5-35" fmla="*/ 0 w 647672"/>
                      <a:gd name="connsiteY5-36" fmla="*/ 662124 h 662124"/>
                      <a:gd name="connsiteX0-37" fmla="*/ 7238 w 524651"/>
                      <a:gd name="connsiteY0-38" fmla="*/ 669360 h 669360"/>
                      <a:gd name="connsiteX1-39" fmla="*/ 0 w 524651"/>
                      <a:gd name="connsiteY1-40" fmla="*/ 83217 h 669360"/>
                      <a:gd name="connsiteX2-41" fmla="*/ 249661 w 524651"/>
                      <a:gd name="connsiteY2-42" fmla="*/ 0 h 669360"/>
                      <a:gd name="connsiteX3-43" fmla="*/ 521033 w 524651"/>
                      <a:gd name="connsiteY3-44" fmla="*/ 68746 h 669360"/>
                      <a:gd name="connsiteX4-45" fmla="*/ 524651 w 524651"/>
                      <a:gd name="connsiteY4-46" fmla="*/ 662124 h 669360"/>
                      <a:gd name="connsiteX5-47" fmla="*/ 7238 w 524651"/>
                      <a:gd name="connsiteY5-48" fmla="*/ 669360 h 669360"/>
                      <a:gd name="connsiteX0-49" fmla="*/ 438 w 528706"/>
                      <a:gd name="connsiteY0-50" fmla="*/ 665742 h 665742"/>
                      <a:gd name="connsiteX1-51" fmla="*/ 4055 w 528706"/>
                      <a:gd name="connsiteY1-52" fmla="*/ 83217 h 665742"/>
                      <a:gd name="connsiteX2-53" fmla="*/ 253716 w 528706"/>
                      <a:gd name="connsiteY2-54" fmla="*/ 0 h 665742"/>
                      <a:gd name="connsiteX3-55" fmla="*/ 525088 w 528706"/>
                      <a:gd name="connsiteY3-56" fmla="*/ 68746 h 665742"/>
                      <a:gd name="connsiteX4-57" fmla="*/ 528706 w 528706"/>
                      <a:gd name="connsiteY4-58" fmla="*/ 662124 h 665742"/>
                      <a:gd name="connsiteX5-59" fmla="*/ 438 w 528706"/>
                      <a:gd name="connsiteY5-60" fmla="*/ 665742 h 665742"/>
                      <a:gd name="connsiteX0-61" fmla="*/ 155 w 546514"/>
                      <a:gd name="connsiteY0-62" fmla="*/ 662124 h 662124"/>
                      <a:gd name="connsiteX1-63" fmla="*/ 21863 w 546514"/>
                      <a:gd name="connsiteY1-64" fmla="*/ 83217 h 662124"/>
                      <a:gd name="connsiteX2-65" fmla="*/ 271524 w 546514"/>
                      <a:gd name="connsiteY2-66" fmla="*/ 0 h 662124"/>
                      <a:gd name="connsiteX3-67" fmla="*/ 542896 w 546514"/>
                      <a:gd name="connsiteY3-68" fmla="*/ 68746 h 662124"/>
                      <a:gd name="connsiteX4-69" fmla="*/ 546514 w 546514"/>
                      <a:gd name="connsiteY4-70" fmla="*/ 662124 h 662124"/>
                      <a:gd name="connsiteX5-71" fmla="*/ 155 w 546514"/>
                      <a:gd name="connsiteY5-72" fmla="*/ 662124 h 662124"/>
                      <a:gd name="connsiteX0-73" fmla="*/ 10856 w 524651"/>
                      <a:gd name="connsiteY0-74" fmla="*/ 658506 h 662124"/>
                      <a:gd name="connsiteX1-75" fmla="*/ 0 w 524651"/>
                      <a:gd name="connsiteY1-76" fmla="*/ 83217 h 662124"/>
                      <a:gd name="connsiteX2-77" fmla="*/ 249661 w 524651"/>
                      <a:gd name="connsiteY2-78" fmla="*/ 0 h 662124"/>
                      <a:gd name="connsiteX3-79" fmla="*/ 521033 w 524651"/>
                      <a:gd name="connsiteY3-80" fmla="*/ 68746 h 662124"/>
                      <a:gd name="connsiteX4-81" fmla="*/ 524651 w 524651"/>
                      <a:gd name="connsiteY4-82" fmla="*/ 662124 h 662124"/>
                      <a:gd name="connsiteX5-83" fmla="*/ 10856 w 524651"/>
                      <a:gd name="connsiteY5-84" fmla="*/ 658506 h 662124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/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/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/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/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/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/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/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/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/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/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-1" fmla="*/ 3618 w 651290"/>
                        <a:gd name="connsiteY0-2" fmla="*/ 593378 h 593378"/>
                        <a:gd name="connsiteX1-3" fmla="*/ 0 w 651290"/>
                        <a:gd name="connsiteY1-4" fmla="*/ 242416 h 593378"/>
                        <a:gd name="connsiteX2-5" fmla="*/ 423338 w 651290"/>
                        <a:gd name="connsiteY2-6" fmla="*/ 101308 h 593378"/>
                        <a:gd name="connsiteX3-7" fmla="*/ 647672 w 651290"/>
                        <a:gd name="connsiteY3-8" fmla="*/ 0 h 593378"/>
                        <a:gd name="connsiteX4-9" fmla="*/ 651290 w 651290"/>
                        <a:gd name="connsiteY4-10" fmla="*/ 593378 h 593378"/>
                        <a:gd name="connsiteX5-11" fmla="*/ 3618 w 651290"/>
                        <a:gd name="connsiteY5-12" fmla="*/ 593378 h 593378"/>
                        <a:gd name="connsiteX0-13" fmla="*/ 3618 w 651290"/>
                        <a:gd name="connsiteY0-14" fmla="*/ 662124 h 662124"/>
                        <a:gd name="connsiteX1-15" fmla="*/ 0 w 651290"/>
                        <a:gd name="connsiteY1-16" fmla="*/ 311162 h 662124"/>
                        <a:gd name="connsiteX2-17" fmla="*/ 376300 w 651290"/>
                        <a:gd name="connsiteY2-18" fmla="*/ 0 h 662124"/>
                        <a:gd name="connsiteX3-19" fmla="*/ 647672 w 651290"/>
                        <a:gd name="connsiteY3-20" fmla="*/ 68746 h 662124"/>
                        <a:gd name="connsiteX4-21" fmla="*/ 651290 w 651290"/>
                        <a:gd name="connsiteY4-22" fmla="*/ 662124 h 662124"/>
                        <a:gd name="connsiteX5-23" fmla="*/ 3618 w 651290"/>
                        <a:gd name="connsiteY5-24" fmla="*/ 662124 h 662124"/>
                        <a:gd name="connsiteX0-25" fmla="*/ 0 w 647672"/>
                        <a:gd name="connsiteY0-26" fmla="*/ 662124 h 662124"/>
                        <a:gd name="connsiteX1-27" fmla="*/ 123021 w 647672"/>
                        <a:gd name="connsiteY1-28" fmla="*/ 83217 h 662124"/>
                        <a:gd name="connsiteX2-29" fmla="*/ 372682 w 647672"/>
                        <a:gd name="connsiteY2-30" fmla="*/ 0 h 662124"/>
                        <a:gd name="connsiteX3-31" fmla="*/ 644054 w 647672"/>
                        <a:gd name="connsiteY3-32" fmla="*/ 68746 h 662124"/>
                        <a:gd name="connsiteX4-33" fmla="*/ 647672 w 647672"/>
                        <a:gd name="connsiteY4-34" fmla="*/ 662124 h 662124"/>
                        <a:gd name="connsiteX5-35" fmla="*/ 0 w 647672"/>
                        <a:gd name="connsiteY5-36" fmla="*/ 662124 h 662124"/>
                        <a:gd name="connsiteX0-37" fmla="*/ 7238 w 524651"/>
                        <a:gd name="connsiteY0-38" fmla="*/ 669360 h 669360"/>
                        <a:gd name="connsiteX1-39" fmla="*/ 0 w 524651"/>
                        <a:gd name="connsiteY1-40" fmla="*/ 83217 h 669360"/>
                        <a:gd name="connsiteX2-41" fmla="*/ 249661 w 524651"/>
                        <a:gd name="connsiteY2-42" fmla="*/ 0 h 669360"/>
                        <a:gd name="connsiteX3-43" fmla="*/ 521033 w 524651"/>
                        <a:gd name="connsiteY3-44" fmla="*/ 68746 h 669360"/>
                        <a:gd name="connsiteX4-45" fmla="*/ 524651 w 524651"/>
                        <a:gd name="connsiteY4-46" fmla="*/ 662124 h 669360"/>
                        <a:gd name="connsiteX5-47" fmla="*/ 7238 w 524651"/>
                        <a:gd name="connsiteY5-48" fmla="*/ 669360 h 669360"/>
                        <a:gd name="connsiteX0-49" fmla="*/ 438 w 528706"/>
                        <a:gd name="connsiteY0-50" fmla="*/ 665742 h 665742"/>
                        <a:gd name="connsiteX1-51" fmla="*/ 4055 w 528706"/>
                        <a:gd name="connsiteY1-52" fmla="*/ 83217 h 665742"/>
                        <a:gd name="connsiteX2-53" fmla="*/ 253716 w 528706"/>
                        <a:gd name="connsiteY2-54" fmla="*/ 0 h 665742"/>
                        <a:gd name="connsiteX3-55" fmla="*/ 525088 w 528706"/>
                        <a:gd name="connsiteY3-56" fmla="*/ 68746 h 665742"/>
                        <a:gd name="connsiteX4-57" fmla="*/ 528706 w 528706"/>
                        <a:gd name="connsiteY4-58" fmla="*/ 662124 h 665742"/>
                        <a:gd name="connsiteX5-59" fmla="*/ 438 w 528706"/>
                        <a:gd name="connsiteY5-60" fmla="*/ 665742 h 665742"/>
                        <a:gd name="connsiteX0-61" fmla="*/ 155 w 546514"/>
                        <a:gd name="connsiteY0-62" fmla="*/ 662124 h 662124"/>
                        <a:gd name="connsiteX1-63" fmla="*/ 21863 w 546514"/>
                        <a:gd name="connsiteY1-64" fmla="*/ 83217 h 662124"/>
                        <a:gd name="connsiteX2-65" fmla="*/ 271524 w 546514"/>
                        <a:gd name="connsiteY2-66" fmla="*/ 0 h 662124"/>
                        <a:gd name="connsiteX3-67" fmla="*/ 542896 w 546514"/>
                        <a:gd name="connsiteY3-68" fmla="*/ 68746 h 662124"/>
                        <a:gd name="connsiteX4-69" fmla="*/ 546514 w 546514"/>
                        <a:gd name="connsiteY4-70" fmla="*/ 662124 h 662124"/>
                        <a:gd name="connsiteX5-71" fmla="*/ 155 w 546514"/>
                        <a:gd name="connsiteY5-72" fmla="*/ 662124 h 662124"/>
                        <a:gd name="connsiteX0-73" fmla="*/ 10856 w 524651"/>
                        <a:gd name="connsiteY0-74" fmla="*/ 658506 h 662124"/>
                        <a:gd name="connsiteX1-75" fmla="*/ 0 w 524651"/>
                        <a:gd name="connsiteY1-76" fmla="*/ 83217 h 662124"/>
                        <a:gd name="connsiteX2-77" fmla="*/ 249661 w 524651"/>
                        <a:gd name="connsiteY2-78" fmla="*/ 0 h 662124"/>
                        <a:gd name="connsiteX3-79" fmla="*/ 521033 w 524651"/>
                        <a:gd name="connsiteY3-80" fmla="*/ 68746 h 662124"/>
                        <a:gd name="connsiteX4-81" fmla="*/ 524651 w 524651"/>
                        <a:gd name="connsiteY4-82" fmla="*/ 662124 h 662124"/>
                        <a:gd name="connsiteX5-83" fmla="*/ 10856 w 524651"/>
                        <a:gd name="connsiteY5-84" fmla="*/ 658506 h 662124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/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/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/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/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/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/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/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/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/>
            <p:cNvCxnSpPr/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/>
            <p:cNvCxnSpPr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/>
            <p:cNvCxnSpPr/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/>
            <p:cNvCxnSpPr/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/>
            <p:cNvCxnSpPr/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/>
            <p:cNvCxnSpPr/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/>
            <p:cNvCxnSpPr/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/>
            <p:cNvCxnSpPr/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/>
            <p:cNvCxnSpPr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/>
            <p:cNvCxnSpPr/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/>
            <p:cNvCxnSpPr/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/>
            <p:cNvCxnSpPr/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/>
            <p:cNvCxnSpPr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/>
            <p:cNvCxnSpPr/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/>
            <p:cNvCxnSpPr/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/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/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1097" name="TextBox 9"/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45</a:t>
            </a:fld>
            <a:endParaRPr lang="en-US" dirty="0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/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/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/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/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/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/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/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/>
            <p:cNvCxnSpPr/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/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/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/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/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/>
            <p:cNvCxnSpPr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/>
            <p:cNvCxnSpPr/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/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/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2" name="Oval 76"/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3" name="Oval 76"/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4" name="Oval 76"/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5" name="Oval 76"/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6" name="Oval 76"/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7" name="Oval 76"/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  <p:sp>
          <p:nvSpPr>
            <p:cNvPr id="468" name="Oval 76"/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</a:p>
          </p:txBody>
        </p:sp>
      </p:grpSp>
      <p:sp>
        <p:nvSpPr>
          <p:cNvPr id="483" name="Rectangle 3"/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130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130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/>
            <p:cNvCxnSpPr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/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/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/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/>
            <p:cNvCxnSpPr/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/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Regional ISP</a:t>
              </a:r>
            </a:p>
          </p:txBody>
        </p:sp>
        <p:sp>
          <p:nvSpPr>
            <p:cNvPr id="460" name="Oval 33"/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Regional ISP</a:t>
              </a:r>
            </a:p>
          </p:txBody>
        </p:sp>
        <p:cxnSp>
          <p:nvCxnSpPr>
            <p:cNvPr id="66" name="Straight Connector 65"/>
            <p:cNvCxnSpPr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/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/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/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/>
              <p:cNvCxnSpPr/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/>
              <p:cNvCxnSpPr/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/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/>
              <p:cNvCxnSpPr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/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/>
                  <a:ea typeface="+mn-ea"/>
                  <a:cs typeface="Arial" panose="020B0604020202020204"/>
                </a:endParaRPr>
              </a:p>
            </p:txBody>
          </p:sp>
          <p:cxnSp>
            <p:nvCxnSpPr>
              <p:cNvPr id="443" name="Straight Connector 442"/>
              <p:cNvCxnSpPr/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/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/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/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57" name="Oval 34"/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" name="Group 6"/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/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/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MS PGothic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/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/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/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/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/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MS PGothic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/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/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/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47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/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1205" lvl="1" indent="-278130">
              <a:buFont typeface="Wingdings" panose="05000000000000000000" pitchFamily="2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8305" indent="-278130" eaLnBrk="1" hangingPunct="1">
              <a:buFont typeface="Wingdings" panose="05000000000000000000" pitchFamily="2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/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/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1" name="Rectangle 31"/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" name="Rectangle 38"/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" name="Line 25"/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/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5" name="Line 33"/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/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/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/>
          <p:cNvGrpSpPr/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/>
          <p:cNvSpPr/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/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" name="Line 33"/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/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" name="Rectangle 89"/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8" name="Rectangle 89"/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9" name="Group 93"/>
          <p:cNvGrpSpPr/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/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/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/>
          <p:cNvGrpSpPr/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/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/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/>
          <p:cNvGrpSpPr/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/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/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/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/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/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4805" marR="0" lvl="0" indent="-344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anose="05000000000000000000" charset="0"/>
              <a:buNone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depends on congestion level of router</a:t>
            </a:r>
          </a:p>
        </p:txBody>
      </p:sp>
      <p:sp>
        <p:nvSpPr>
          <p:cNvPr id="77" name="Line 24"/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/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" name="Rectangle 30"/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2" name="Rectangle 31"/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3" name="Line 35"/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/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5" name="Text Box 39"/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6" name="Line 40"/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/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/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/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/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1" name="Line 47"/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/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Line 25"/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/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" name="Line 33"/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/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/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/>
          <p:cNvGrpSpPr/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/>
          <p:cNvGrpSpPr/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/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/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/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4" name="Line 33"/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/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49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/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/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/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" name="Rectangle 30"/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2" name="Rectangle 31"/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3" name="Line 35"/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/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5" name="Text Box 39"/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6" name="Line 40"/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/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/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/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/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1" name="Line 47"/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/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Line 25"/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/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" name="Line 33"/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/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/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/>
          <p:cNvGrpSpPr/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/>
          <p:cNvGrpSpPr/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/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/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/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4" name="Line 33"/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/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/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= L/R</a:t>
            </a:r>
          </a:p>
        </p:txBody>
      </p:sp>
      <p:sp>
        <p:nvSpPr>
          <p:cNvPr id="53" name="Rectangle 4"/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s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/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/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/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/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/>
            <p:cNvCxnSpPr/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50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/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0" name="Rectangle 4"/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/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/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7" name="Text Box 50"/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/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/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/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/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/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/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/>
          <p:cNvGrpSpPr/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/>
          <p:cNvGrpSpPr/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Text Box 48"/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/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/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/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" name="Oval 57"/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2" name="Oval 58"/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3" name="Group 61"/>
          <p:cNvGrpSpPr/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/>
          <p:cNvGrpSpPr/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/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/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/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/>
          <p:cNvGrpSpPr/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/>
          <p:cNvGrpSpPr/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/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/>
          <p:cNvGrpSpPr/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/>
          <p:cNvGrpSpPr/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Text Box 48"/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/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/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/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/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/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/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/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" name="Oval 57"/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" name="Oval 58"/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/>
          <p:cNvGrpSpPr/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/>
          <p:cNvGrpSpPr/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/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/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propagate” at 1000 km/hr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" name="Rectangle 4"/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52</a:t>
            </a:fld>
            <a:endParaRPr lang="en-US" dirty="0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MS PGothic" panose="020B0600070205080204" pitchFamily="34" charset="-128"/>
              </a:rPr>
              <a:t>Packet q</a:t>
            </a:r>
            <a:r>
              <a:rPr lang="en-US" sz="4400" dirty="0">
                <a:ea typeface="MS PGothic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/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505" marR="0" lvl="0" indent="-23050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average packet arrival rate</a:t>
            </a:r>
          </a:p>
          <a:p>
            <a:pPr marL="230505" marR="0" lvl="0" indent="-23050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/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/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/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/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/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/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-1" fmla="*/ 0 w 2743200"/>
                <a:gd name="connsiteY0-2" fmla="*/ 2816942 h 2821238"/>
                <a:gd name="connsiteX1-3" fmla="*/ 663677 w 2743200"/>
                <a:gd name="connsiteY1-4" fmla="*/ 2802193 h 2821238"/>
                <a:gd name="connsiteX2-5" fmla="*/ 1976284 w 2743200"/>
                <a:gd name="connsiteY2-6" fmla="*/ 2625212 h 2821238"/>
                <a:gd name="connsiteX3-7" fmla="*/ 2551471 w 2743200"/>
                <a:gd name="connsiteY3-8" fmla="*/ 1946787 h 2821238"/>
                <a:gd name="connsiteX4-9" fmla="*/ 2743200 w 2743200"/>
                <a:gd name="connsiteY4-10" fmla="*/ 0 h 2821238"/>
                <a:gd name="connsiteX0-11" fmla="*/ 0 w 2743200"/>
                <a:gd name="connsiteY0-12" fmla="*/ 2816942 h 2816942"/>
                <a:gd name="connsiteX1-13" fmla="*/ 663677 w 2743200"/>
                <a:gd name="connsiteY1-14" fmla="*/ 2802193 h 2816942"/>
                <a:gd name="connsiteX2-15" fmla="*/ 1976284 w 2743200"/>
                <a:gd name="connsiteY2-16" fmla="*/ 2625212 h 2816942"/>
                <a:gd name="connsiteX3-17" fmla="*/ 2551471 w 2743200"/>
                <a:gd name="connsiteY3-18" fmla="*/ 1946787 h 2816942"/>
                <a:gd name="connsiteX4-19" fmla="*/ 2743200 w 2743200"/>
                <a:gd name="connsiteY4-20" fmla="*/ 0 h 281694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/>
            <p:cNvCxnSpPr/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/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/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/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/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/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/>
            <p:cNvCxnSpPr/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/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/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/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/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/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/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/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/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/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/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/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/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/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/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/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/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/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/>
          <p:cNvGrpSpPr/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/>
          <p:cNvGrpSpPr/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/>
          <p:cNvSpPr/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/>
          <p:cNvSpPr/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/>
          <p:cNvSpPr/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/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/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54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/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/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/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/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/>
            <p:cNvCxnSpPr/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/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/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" name="Line 8"/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/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/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/>
            <p:cNvCxnSpPr/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/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/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/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/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/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/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/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/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/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/>
              <p:cNvSpPr/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/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/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/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/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0" name="Line 23"/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1" name="Line 24"/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2" name="Line 25"/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" name="Rectangle 28"/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4" name="Rectangle 29"/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5" name="Rectangle 30"/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</a:p>
        </p:txBody>
      </p:sp>
      <p:sp>
        <p:nvSpPr>
          <p:cNvPr id="89" name="Text Box 36"/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</a:p>
        </p:txBody>
      </p:sp>
      <p:sp>
        <p:nvSpPr>
          <p:cNvPr id="90" name="Text Box 40"/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/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2" name="Rectangle 56"/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3" name="Rectangle 57"/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4" name="Rectangle 58"/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5" name="Rectangle 59"/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6" name="Rectangle 61"/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7" name="Rectangle 62"/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100" name="Text Box 65"/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/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02" name="Group 48"/>
          <p:cNvGrpSpPr/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105" name="Group 51"/>
          <p:cNvGrpSpPr/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08" name="TextBox 1"/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/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/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87" name="Line 33"/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98" name="Line 63"/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99" name="Text Box 64"/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/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655" marR="0" lvl="0" indent="-28765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655" marR="0" lvl="0" indent="-28765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/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07" name="Group 306"/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/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/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33" name="Group 64"/>
          <p:cNvGrpSpPr/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5" name="Rectangle 66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6" name="Freeform 6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7" name="Freeform 6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8" name="Rectangle 69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39" name="Group 7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5" name="AutoShape 7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0" name="Rectangle 73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1" name="Group 7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3" name="AutoShape 76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2" name="Rectangle 77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3" name="Rectangle 78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4" name="Group 7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1" name="AutoShape 81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5" name="Freeform 8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6" name="Group 8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59" name="AutoShape 85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7" name="Rectangle 86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8" name="Freeform 8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9" name="Freeform 8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0" name="Oval 89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1" name="Freeform 9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2" name="AutoShape 91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3" name="AutoShape 92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4" name="Oval 93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5" name="Oval 94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6" name="Oval 95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7" name="Rectangle 96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266" name="Group 61"/>
          <p:cNvGrpSpPr/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69" name="Text Box 325"/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to send to client</a:t>
            </a:r>
          </a:p>
        </p:txBody>
      </p:sp>
      <p:sp>
        <p:nvSpPr>
          <p:cNvPr id="270" name="Text Box 328"/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</a:p>
        </p:txBody>
      </p:sp>
      <p:sp>
        <p:nvSpPr>
          <p:cNvPr id="271" name="Text Box 329"/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</a:p>
        </p:txBody>
      </p:sp>
      <p:grpSp>
        <p:nvGrpSpPr>
          <p:cNvPr id="301" name="Group 99"/>
          <p:cNvGrpSpPr/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/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303" name="Text Box 336"/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bits/sec)</a:t>
              </a:r>
            </a:p>
          </p:txBody>
        </p:sp>
        <p:sp>
          <p:nvSpPr>
            <p:cNvPr id="304" name="Text Box 346"/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bits/sec)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/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91" name="Group 335"/>
            <p:cNvGrpSpPr/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3" name="Rectangle 332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4" name="Oval 331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95" name="Rectangle 334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grpSp>
          <p:nvGrpSpPr>
            <p:cNvPr id="296" name="Group 341"/>
            <p:cNvGrpSpPr/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8" name="Rectangle 343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9" name="Oval 344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300" name="Rectangle 345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305" name="AutoShape 351"/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306" name="AutoShape 349"/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cxnSp>
        <p:nvCxnSpPr>
          <p:cNvPr id="4" name="Straight Connector 3"/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/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/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57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/>
          <p:cNvGrpSpPr/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1" name="Rectangle 430"/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32" name="Oval 43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3" name="Freeform 432"/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34" name="Freeform 433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5" name="Freeform 434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6" name="Freeform 435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437" name="Straight Connector 436"/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/>
          <p:cNvGrpSpPr/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1" name="Rectangle 440"/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42" name="Oval 44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3" name="Freeform 442"/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44" name="Freeform 443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5" name="Freeform 444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6" name="Freeform 445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447" name="Straight Connector 446"/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/>
          <p:cNvGrpSpPr/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1" name="Rectangle 142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2" name="Freeform 14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3" name="Freeform 14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4" name="Rectangle 145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55" name="Group 14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81" name="AutoShape 148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56" name="Rectangle 149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57" name="Group 15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9" name="AutoShape 152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58" name="Rectangle 153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9" name="Rectangle 154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60" name="Group 15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7" name="AutoShape 157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61" name="Freeform 15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62" name="Group 15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5" name="AutoShape 161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63" name="Rectangle 162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4" name="Freeform 16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5" name="Freeform 16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6" name="Oval 165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7" name="Freeform 16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8" name="AutoShape 167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9" name="AutoShape 168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0" name="Oval 169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1" name="Oval 170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2" name="Oval 171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3" name="Rectangle 172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482" name="Rectangle 4"/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panose="020B0604020202020204" pitchFamily="34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/>
          <p:cNvGrpSpPr/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/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485" name="Rectangle 36"/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486" name="Oval 37"/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87" name="Rectangle 38"/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488" name="Text Box 39"/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</a:p>
        </p:txBody>
      </p:sp>
      <p:sp>
        <p:nvSpPr>
          <p:cNvPr id="489" name="AutoShape 42"/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490" name="AutoShape 43"/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491" name="Group 54"/>
          <p:cNvGrpSpPr/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/>
            <p:cNvGrpSpPr/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495" name="Rectangle 47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496" name="Oval 48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97" name="Rectangle 49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493" name="Text Box 50"/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</a:p>
          </p:txBody>
        </p:sp>
      </p:grpSp>
      <p:sp>
        <p:nvSpPr>
          <p:cNvPr id="498" name="Rectangle 56"/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630" indent="-34163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What is average end-end throughput?</a:t>
            </a:r>
          </a:p>
        </p:txBody>
      </p:sp>
      <p:grpSp>
        <p:nvGrpSpPr>
          <p:cNvPr id="499" name="Group 209"/>
          <p:cNvGrpSpPr/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/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01" name="Text Box 101"/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link on end-end path that constrains  end-end throughput</a:t>
              </a:r>
            </a:p>
          </p:txBody>
        </p:sp>
        <p:sp>
          <p:nvSpPr>
            <p:cNvPr id="502" name="Text Box 104"/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bottleneck link</a:t>
              </a:r>
            </a:p>
          </p:txBody>
        </p:sp>
      </p:grpSp>
      <p:sp>
        <p:nvSpPr>
          <p:cNvPr id="503" name="AutoShape 51"/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504" name="Group 132"/>
          <p:cNvGrpSpPr/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507" name="AutoShape 327"/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508" name="Group 206"/>
          <p:cNvGrpSpPr/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/>
            <p:cNvGrpSpPr/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1" name="Rectangle 175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2" name="Freeform 17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3" name="Freeform 17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4" name="Rectangle 178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45" name="Group 17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/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71" name="AutoShape 181"/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46" name="Rectangle 182"/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47" name="Group 18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9" name="AutoShape 185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48" name="Rectangle 186"/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9" name="Rectangle 187"/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50" name="Group 18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7" name="AutoShape 190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51" name="Freeform 19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52" name="Group 19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/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5" name="AutoShape 194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53" name="Rectangle 19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4" name="Freeform 19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5" name="Freeform 19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6" name="Oval 198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7" name="Freeform 19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8" name="AutoShape 200"/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9" name="AutoShape 201"/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0" name="Oval 202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1" name="Oval 203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2" name="Oval 204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3" name="Rectangle 205"/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510" name="Line 57"/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1" name="Group 58"/>
            <p:cNvGrpSpPr/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2" name="Line 61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3" name="Rectangle 62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34" name="Group 64"/>
              <p:cNvGrpSpPr/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39" name="Line 6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grpSp>
            <p:nvGrpSpPr>
              <p:cNvPr id="535" name="Group 68"/>
              <p:cNvGrpSpPr/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37" name="Line 7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</p:grpSp>
        <p:sp>
          <p:nvSpPr>
            <p:cNvPr id="512" name="AutoShape 90"/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3" name="Group 92"/>
            <p:cNvGrpSpPr/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/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8" name="Rectangle 94"/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9" name="Oval 95"/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0" name="Rectangle 96"/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514" name="Text Box 97"/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</a:p>
          </p:txBody>
        </p:sp>
        <p:grpSp>
          <p:nvGrpSpPr>
            <p:cNvPr id="515" name="Group 83"/>
            <p:cNvGrpSpPr/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4" name="Rectangle 85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5" name="Oval 86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26" name="Rectangle 87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516" name="Text Box 88"/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</a:p>
          </p:txBody>
        </p:sp>
        <p:sp>
          <p:nvSpPr>
            <p:cNvPr id="517" name="AutoShape 98"/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18" name="AutoShape 89"/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9" name="Group 135"/>
            <p:cNvGrpSpPr/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/>
              <p:cNvSpPr/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520" name="AutoShape 327"/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4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/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/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</a:p>
          </p:txBody>
        </p:sp>
        <p:sp>
          <p:nvSpPr>
            <p:cNvPr id="603" name="Freeform 296"/>
            <p:cNvSpPr/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4" name="Text Box 35"/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5" name="Oval 40"/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6" name="Rectangle 41"/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7" name="Oval 42"/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8" name="Rectangle 43"/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9" name="Oval 31"/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0" name="Rectangle 32"/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1" name="Oval 33"/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2" name="Rectangle 34"/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3" name="Line 456"/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4" name="Oval 469"/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5" name="Rectangle 470"/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6" name="Oval 471"/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7" name="Rectangle 472"/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8" name="Line 473"/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9" name="Oval 476"/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0" name="Rectangle 477"/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1" name="Oval 478"/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2" name="Rectangle 479"/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3" name="Line 480"/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4" name="Oval 483"/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5" name="Rectangle 484"/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6" name="Oval 485"/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7" name="Rectangle 486"/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8" name="Line 487"/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9" name="Oval 500"/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0" name="Rectangle 501"/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1" name="Oval 502"/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2" name="Rectangle 503"/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3" name="Line 504"/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4" name="Oval 507"/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5" name="Rectangle 508"/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6" name="Oval 509"/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7" name="Rectangle 510"/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8" name="Line 511"/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9" name="Text Box 513"/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0" name="Text Box 514"/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1" name="Freeform 515"/>
            <p:cNvSpPr/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2" name="Text Box 516"/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3" name="Freeform 517"/>
            <p:cNvSpPr/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4" name="Freeform 518"/>
            <p:cNvSpPr/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5" name="Text Box 519"/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6" name="Text Box 520"/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7" name="Text Box 521"/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</a:p>
          </p:txBody>
        </p:sp>
        <p:grpSp>
          <p:nvGrpSpPr>
            <p:cNvPr id="649" name="Group 81"/>
            <p:cNvGrpSpPr/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1" name="Rectangle 83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2" name="Freeform 84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3" name="Freeform 85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4" name="Rectangle 86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55" name="Group 87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81" name="AutoShape 89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56" name="Rectangle 90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57" name="Group 91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9" name="AutoShape 93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58" name="Rectangle 94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9" name="Rectangle 95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60" name="Group 96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7" name="AutoShape 98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61" name="Freeform 99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62" name="Group 100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5" name="AutoShape 102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63" name="Rectangle 103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4" name="Freeform 104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5" name="Freeform 105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6" name="Oval 106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7" name="Freeform 107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8" name="AutoShape 10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9" name="AutoShape 109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0" name="Oval 110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1" name="Oval 111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2" name="Oval 112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3" name="Rectangle 113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682" name="Group 114"/>
            <p:cNvGrpSpPr/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4" name="Rectangle 116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5" name="Freeform 117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6" name="Freeform 118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7" name="Rectangle 119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88" name="Group 120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4" name="AutoShape 122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89" name="Rectangle 123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0" name="Group 124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2" name="AutoShape 126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1" name="Rectangle 127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2" name="Rectangle 128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3" name="Group 129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0" name="AutoShape 131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4" name="Freeform 132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5" name="Group 133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08" name="AutoShape 135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6" name="Rectangle 136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7" name="Freeform 137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8" name="Freeform 138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9" name="Oval 139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0" name="Freeform 140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1" name="AutoShape 14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2" name="AutoShape 142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3" name="Oval 143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4" name="Oval 144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5" name="Oval 145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6" name="Rectangle 146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15" name="Group 147"/>
            <p:cNvGrpSpPr/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7" name="Rectangle 149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8" name="Freeform 150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9" name="Freeform 151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20" name="Rectangle 152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1" name="Group 153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7" name="AutoShape 155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2" name="Rectangle 156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3" name="Group 157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5" name="AutoShape 159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4" name="Rectangle 160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25" name="Rectangle 161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6" name="Group 162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3" name="AutoShape 164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7" name="Freeform 165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8" name="Group 166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1" name="AutoShape 168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9" name="Rectangle 169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0" name="Freeform 170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1" name="Freeform 171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2" name="Oval 172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3" name="Freeform 173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4" name="AutoShape 17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5" name="AutoShape 175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6" name="Oval 176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7" name="Oval 177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8" name="Oval 178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9" name="Rectangle 179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48" name="Group 180"/>
            <p:cNvGrpSpPr/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51" name="Group 183"/>
            <p:cNvGrpSpPr/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54" name="Group 186"/>
            <p:cNvGrpSpPr/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/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panose="020B0604020202020204" pitchFamily="34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/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59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60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indent="-287655"/>
            <a:r>
              <a:rPr lang="en-US" altLang="en-US" sz="3200" dirty="0">
                <a:solidFill>
                  <a:srgbClr val="C00000"/>
                </a:solidFill>
                <a:ea typeface="MS PGothic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MS PGothic" panose="020B0600070205080204" pitchFamily="34" charset="-128"/>
              </a:rPr>
              <a:t>“</a:t>
            </a:r>
            <a:r>
              <a:rPr lang="en-US" altLang="ja-JP" sz="2800" dirty="0">
                <a:ea typeface="MS PGothic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MS PGothic" panose="020B0600070205080204" pitchFamily="34" charset="-128"/>
                <a:sym typeface="Wingdings" panose="05000000000000000000" pitchFamily="2" charset="2"/>
              </a:rPr>
              <a:t></a:t>
            </a:r>
            <a:endParaRPr lang="en-US" altLang="ja-JP" sz="2800" dirty="0"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MS PGothic" panose="020B0600070205080204" pitchFamily="34" charset="-128"/>
              </a:rPr>
              <a:t>“</a:t>
            </a:r>
            <a:r>
              <a:rPr lang="en-US" altLang="ja-JP" sz="2800" dirty="0">
                <a:ea typeface="MS PGothic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655" indent="-287655"/>
            <a:r>
              <a:rPr lang="en-US" altLang="en-US" sz="3200" dirty="0">
                <a:solidFill>
                  <a:srgbClr val="C00000"/>
                </a:solidFill>
                <a:ea typeface="MS PGothic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61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  <a:sym typeface="Wingdings" panose="05000000000000000000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62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Bad </a:t>
            </a:r>
            <a:r>
              <a:rPr lang="en-US" altLang="en-US" dirty="0">
                <a:ea typeface="MS PGothic" panose="020B0600070205080204" pitchFamily="34" charset="-128"/>
              </a:rPr>
              <a:t>g</a:t>
            </a:r>
            <a:r>
              <a:rPr lang="en-US" altLang="en-US" sz="4400" dirty="0">
                <a:ea typeface="MS PGothic" panose="020B0600070205080204" pitchFamily="34" charset="-128"/>
              </a:rPr>
              <a:t>uys: packet </a:t>
            </a:r>
            <a:r>
              <a:rPr lang="en-US" altLang="en-US" dirty="0">
                <a:ea typeface="MS PGothic" panose="020B0600070205080204" pitchFamily="34" charset="-128"/>
              </a:rPr>
              <a:t>i</a:t>
            </a:r>
            <a:r>
              <a:rPr lang="en-US" altLang="en-US" sz="4400" dirty="0">
                <a:ea typeface="MS PGothic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/>
          <p:cNvGrpSpPr/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/>
          <p:cNvSpPr/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/>
          <p:cNvSpPr/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/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/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/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/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/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/>
            <p:cNvGrpSpPr/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/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/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/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/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/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/>
            <p:cNvSpPr/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/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/>
          <p:cNvGrpSpPr/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/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Freeform 5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/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/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/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Rectangle 68"/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7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/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Freeform 8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AutoShape 82"/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Oval 83"/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Oval 84"/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Oval 85"/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Rectangle 86"/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/>
          <p:cNvGrpSpPr/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63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/>
          <p:cNvGrpSpPr/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/>
          <p:cNvSpPr/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/>
          <p:cNvSpPr/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/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/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/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/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/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/>
          <p:cNvGrpSpPr/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/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Freeform 5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/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/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/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Rectangle 68"/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7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/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Freeform 8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AutoShape 82"/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Oval 83"/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Oval 84"/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Oval 85"/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Rectangle 86"/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/>
          <p:cNvGrpSpPr/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/>
            <p:cNvSpPr/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/>
            <p:cNvGrpSpPr/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/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/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/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/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/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64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/>
          <p:cNvGrpSpPr/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/>
          <p:cNvGrpSpPr/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/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/>
            <p:cNvGrpSpPr/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/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/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/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/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/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/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/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/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/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/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/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/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/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/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/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/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/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/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/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/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/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/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8" name="Rectangle 6"/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/>
          <p:cNvGrpSpPr/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/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/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/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/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/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/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/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/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/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/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/>
          <p:cNvGrpSpPr/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/>
          <p:cNvGrpSpPr/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/>
          <p:cNvGrpSpPr/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/>
          <p:cNvGrpSpPr/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/>
          <p:cNvGrpSpPr/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/>
          <p:cNvGrpSpPr/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/>
          <p:cNvGrpSpPr/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/>
          <p:cNvGrpSpPr/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/>
          <p:cNvGrpSpPr/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/>
          <p:cNvGrpSpPr/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/>
          <p:cNvGrpSpPr/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/>
          <p:cNvGrpSpPr/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/>
          <p:cNvGrpSpPr/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65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MS PGothic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/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8030" marR="0" lvl="1" indent="-2749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66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67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Protocol </a:t>
            </a:r>
            <a:r>
              <a:rPr lang="en-US" altLang="en-US" dirty="0">
                <a:ea typeface="MS PGothic" panose="020B0600070205080204" pitchFamily="34" charset="-128"/>
              </a:rPr>
              <a:t>“l</a:t>
            </a:r>
            <a:r>
              <a:rPr lang="en-US" altLang="ja-JP" sz="4400" dirty="0">
                <a:ea typeface="MS PGothic" panose="020B0600070205080204" pitchFamily="34" charset="-128"/>
              </a:rPr>
              <a:t>ayers</a:t>
            </a:r>
            <a:r>
              <a:rPr lang="en-US" altLang="ja-JP" dirty="0">
                <a:ea typeface="MS PGothic" panose="020B0600070205080204" pitchFamily="34" charset="-128"/>
              </a:rPr>
              <a:t>”</a:t>
            </a:r>
            <a:r>
              <a:rPr lang="en-US" altLang="ja-JP" sz="4400" dirty="0">
                <a:ea typeface="MS PGothic" panose="020B0600070205080204" pitchFamily="34" charset="-128"/>
              </a:rPr>
              <a:t> and reference </a:t>
            </a:r>
            <a:r>
              <a:rPr lang="en-US" altLang="ja-JP" dirty="0">
                <a:ea typeface="MS PGothic" panose="020B0600070205080204" pitchFamily="34" charset="-128"/>
              </a:rPr>
              <a:t>m</a:t>
            </a:r>
            <a:r>
              <a:rPr lang="en-US" altLang="ja-JP" sz="4400" dirty="0">
                <a:ea typeface="MS PGothic" panose="020B0600070205080204" pitchFamily="34" charset="-128"/>
              </a:rPr>
              <a:t>odels</a:t>
            </a:r>
            <a:endParaRPr lang="en-US" altLang="en-US" sz="4400" dirty="0">
              <a:ea typeface="MS PGothic" panose="020B0600070205080204" pitchFamily="34" charset="-128"/>
            </a:endParaRPr>
          </a:p>
        </p:txBody>
      </p:sp>
      <p:sp>
        <p:nvSpPr>
          <p:cNvPr id="45" name="Rectangle 3"/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" name="Rectangle 4"/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structure of network?</a:t>
            </a:r>
          </a:p>
          <a:p>
            <a:pPr marL="522605" indent="-224155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68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Example: organization of air </a:t>
            </a:r>
            <a:r>
              <a:rPr lang="en-US" altLang="en-US" dirty="0">
                <a:ea typeface="MS PGothic" panose="020B0600070205080204" pitchFamily="34" charset="-128"/>
              </a:rPr>
              <a:t>t</a:t>
            </a:r>
            <a:r>
              <a:rPr lang="en-US" altLang="en-US" sz="4400" dirty="0">
                <a:ea typeface="MS PGothic" panose="020B0600070205080204" pitchFamily="34" charset="-128"/>
              </a:rPr>
              <a:t>ravel</a:t>
            </a:r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/>
          <p:cNvSpPr/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/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/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/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/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/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/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69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/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/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/>
            <p:cNvCxnSpPr/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/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Example: organization of air </a:t>
            </a:r>
            <a:r>
              <a:rPr lang="en-US" altLang="en-US" dirty="0">
                <a:ea typeface="MS PGothic" panose="020B0600070205080204" pitchFamily="34" charset="-128"/>
              </a:rPr>
              <a:t>t</a:t>
            </a:r>
            <a:r>
              <a:rPr lang="en-US" altLang="en-US" sz="4400" dirty="0">
                <a:ea typeface="MS PGothic" panose="020B0600070205080204" pitchFamily="34" charset="-128"/>
              </a:rPr>
              <a:t>ravel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/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/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/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/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70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405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 pieces</a:t>
            </a: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405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: transparent to rest of system</a:t>
            </a: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71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Layered Internet protocol </a:t>
            </a:r>
            <a:r>
              <a:rPr lang="en-US" altLang="en-US" dirty="0">
                <a:ea typeface="MS PGothic" panose="020B0600070205080204" pitchFamily="34" charset="-128"/>
              </a:rPr>
              <a:t>s</a:t>
            </a:r>
            <a:r>
              <a:rPr lang="en-US" altLang="en-US" sz="4400" dirty="0">
                <a:ea typeface="MS PGothic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/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/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/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/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/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/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/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/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/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/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72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/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/>
            <p:cNvCxnSpPr/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/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/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/>
            <p:cNvGrpSpPr/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/>
              <p:cNvGrpSpPr/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/>
              <p:cNvGrpSpPr/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/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/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/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/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73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/>
          <p:cNvCxnSpPr/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/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/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/>
            <p:cNvCxnSpPr/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/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/>
              <p:cNvGrpSpPr/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/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/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/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/>
              <p:cNvCxnSpPr/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/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/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74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/>
          <p:cNvCxnSpPr/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/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/>
          <p:cNvCxnSpPr/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/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/>
            <p:cNvCxnSpPr/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/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/>
              <p:cNvGrpSpPr/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/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/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/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/>
              <p:cNvCxnSpPr/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/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/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/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/>
          <p:cNvCxnSpPr/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/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/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75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/>
          <p:cNvSpPr/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  <a:gd name="connsiteX0-9" fmla="*/ 0 w 2318"/>
              <a:gd name="connsiteY0-10" fmla="*/ 0 h 9961"/>
              <a:gd name="connsiteX1-11" fmla="*/ 12 w 2318"/>
              <a:gd name="connsiteY1-12" fmla="*/ 8378 h 9961"/>
              <a:gd name="connsiteX2-13" fmla="*/ 2318 w 2318"/>
              <a:gd name="connsiteY2-14" fmla="*/ 9961 h 9961"/>
              <a:gd name="connsiteX0-15" fmla="*/ 0 w 52"/>
              <a:gd name="connsiteY0-16" fmla="*/ 0 h 8411"/>
              <a:gd name="connsiteX1-17" fmla="*/ 52 w 52"/>
              <a:gd name="connsiteY1-18" fmla="*/ 8411 h 841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/>
          <p:cNvGrpSpPr/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/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/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/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/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/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/>
              <p:cNvGrpSpPr/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/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/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/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/>
              <p:cNvCxnSpPr/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/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/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/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/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/>
              <p:cNvGrpSpPr/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/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/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/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/>
              <p:cNvCxnSpPr/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/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/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/>
              <p:cNvGrpSpPr/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/>
              <p:cNvGrpSpPr/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/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/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/>
            <p:cNvGrpSpPr/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/>
          <p:cNvSpPr/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  <a:gd name="connsiteX0-9" fmla="*/ 0 w 9988"/>
              <a:gd name="connsiteY0-10" fmla="*/ 0 h 1622"/>
              <a:gd name="connsiteX1-11" fmla="*/ 2306 w 9988"/>
              <a:gd name="connsiteY1-12" fmla="*/ 1583 h 1622"/>
              <a:gd name="connsiteX2-13" fmla="*/ 9988 w 9988"/>
              <a:gd name="connsiteY2-14" fmla="*/ 1622 h 162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/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/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/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/>
            <p:cNvGrpSpPr/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/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/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/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/>
            <p:cNvCxnSpPr/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/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/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/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76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/>
          <p:cNvSpPr/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-1" fmla="*/ 6901 w 7224"/>
              <a:gd name="connsiteY0-2" fmla="*/ 7744 h 10000"/>
              <a:gd name="connsiteX1-3" fmla="*/ 218 w 7224"/>
              <a:gd name="connsiteY1-4" fmla="*/ 0 h 10000"/>
              <a:gd name="connsiteX2-5" fmla="*/ 0 w 7224"/>
              <a:gd name="connsiteY2-6" fmla="*/ 9573 h 10000"/>
              <a:gd name="connsiteX3-7" fmla="*/ 7224 w 7224"/>
              <a:gd name="connsiteY3-8" fmla="*/ 10000 h 10000"/>
              <a:gd name="connsiteX4-9" fmla="*/ 6901 w 7224"/>
              <a:gd name="connsiteY4-10" fmla="*/ 7744 h 10000"/>
              <a:gd name="connsiteX0-11" fmla="*/ 9553 w 9587"/>
              <a:gd name="connsiteY0-12" fmla="*/ 7744 h 9750"/>
              <a:gd name="connsiteX1-13" fmla="*/ 302 w 9587"/>
              <a:gd name="connsiteY1-14" fmla="*/ 0 h 9750"/>
              <a:gd name="connsiteX2-15" fmla="*/ 0 w 9587"/>
              <a:gd name="connsiteY2-16" fmla="*/ 9573 h 9750"/>
              <a:gd name="connsiteX3-17" fmla="*/ 9464 w 9587"/>
              <a:gd name="connsiteY3-18" fmla="*/ 9750 h 9750"/>
              <a:gd name="connsiteX4-19" fmla="*/ 9553 w 9587"/>
              <a:gd name="connsiteY4-20" fmla="*/ 7744 h 975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/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/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/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/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/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/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/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/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/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/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/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/>
          <p:cNvSpPr/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/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/>
          <p:cNvSpPr/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/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/>
          <p:cNvSpPr/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/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/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/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/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/>
          <p:cNvGrpSpPr/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/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/>
          <p:cNvGrpSpPr/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/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/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/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/>
          <p:cNvGrpSpPr/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/>
          <p:cNvGrpSpPr/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/>
          <p:cNvGrpSpPr/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/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/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/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/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/>
          <p:cNvGrpSpPr/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/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/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/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/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/>
          <p:cNvSpPr/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/>
          <p:cNvGrpSpPr/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/>
          <p:cNvGrpSpPr/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/>
          <p:cNvGrpSpPr/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/>
          <p:cNvGrpSpPr/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/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/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/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/>
          <p:cNvGrpSpPr/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/>
          <p:cNvGrpSpPr/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/>
          <p:cNvGrpSpPr/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/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/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/>
          <p:cNvGrpSpPr/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/>
          <p:cNvSpPr/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/>
          <p:cNvGrpSpPr/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/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77</a:t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Roadmap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78</a:t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/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/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" name="Rectangle 6"/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80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deployment of TCP/IP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smtp e-mail protocol defined 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ftp protocol defined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81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ARPAnet decommissioned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Web</a:t>
            </a: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s]</a:t>
            </a: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82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430" marR="0" lvl="1" indent="-38925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~18B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83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S</a:t>
            </a:r>
            <a:r>
              <a:rPr lang="en-US" altLang="en-US" sz="4400" dirty="0">
                <a:ea typeface="MS PGothic" panose="020B0600070205080204" pitchFamily="34" charset="-128"/>
              </a:rPr>
              <a:t>ummary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84</a:t>
            </a:fld>
            <a:endParaRPr lang="en-US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what</a:t>
            </a:r>
            <a:r>
              <a:rPr lang="ja-JP" altLang="en-US">
                <a:ea typeface="MS PGothic" panose="020B0600070205080204" pitchFamily="34" charset="-128"/>
              </a:rPr>
              <a:t>’</a:t>
            </a:r>
            <a:r>
              <a:rPr lang="en-US" altLang="ja-JP" dirty="0">
                <a:ea typeface="MS PGothic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/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MS PGothic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MS PGothic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MS PGothic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MS PGothic" panose="020B0600070205080204" pitchFamily="34" charset="-128"/>
              </a:rPr>
              <a:t>and fun </a:t>
            </a:r>
            <a:r>
              <a:rPr lang="en-US" altLang="en-US" sz="3200" dirty="0">
                <a:ea typeface="MS PGothic" panose="020B0600070205080204" pitchFamily="34" charset="-128"/>
              </a:rPr>
              <a:t>to follow</a:t>
            </a:r>
            <a:r>
              <a:rPr lang="en-US" altLang="en-US" sz="3200" i="1" dirty="0">
                <a:ea typeface="MS PGothic" panose="020B0600070205080204" pitchFamily="34" charset="-128"/>
              </a:rPr>
              <a:t>!</a:t>
            </a:r>
            <a:endParaRPr lang="en-US" altLang="en-US" sz="3200" dirty="0">
              <a:ea typeface="MS PGothic" panose="020B0600070205080204" pitchFamily="34" charset="-128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MS PGothic" panose="020B0600070205080204" pitchFamily="34" charset="-128"/>
              </a:rPr>
              <a:t>Additional slides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85</a:t>
            </a:fld>
            <a:endParaRPr lang="en-US" dirty="0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ISO/OSI reference </a:t>
            </a:r>
            <a:r>
              <a:rPr lang="en-US" altLang="en-US" dirty="0">
                <a:ea typeface="MS PGothic" panose="020B0600070205080204" pitchFamily="34" charset="-128"/>
              </a:rPr>
              <a:t>m</a:t>
            </a:r>
            <a:r>
              <a:rPr lang="en-US" altLang="en-US" sz="4400" dirty="0">
                <a:ea typeface="MS PGothic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86</a:t>
            </a:fld>
            <a:endParaRPr lang="en-US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MS PGothic" panose="020B0600070205080204" pitchFamily="34" charset="-128"/>
              </a:rPr>
              <a:t>Two layers not found in  Internet protocol stack!</a:t>
            </a:r>
          </a:p>
          <a:p>
            <a:pPr marL="287655" indent="-287655"/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 </a:t>
            </a:r>
            <a:r>
              <a:rPr lang="en-US" altLang="en-US" dirty="0">
                <a:ea typeface="MS PGothic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655" indent="-287655"/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 </a:t>
            </a:r>
            <a:r>
              <a:rPr lang="en-US" altLang="en-US" dirty="0">
                <a:ea typeface="MS PGothic" panose="020B0600070205080204" pitchFamily="34" charset="-128"/>
              </a:rPr>
              <a:t>synchronization, checkpointing, recovery of data exchange</a:t>
            </a:r>
          </a:p>
          <a:p>
            <a:pPr marL="287655" indent="-287655"/>
            <a:r>
              <a:rPr lang="en-US" altLang="en-US" dirty="0">
                <a:ea typeface="MS PGothic" panose="020B0600070205080204" pitchFamily="34" charset="-128"/>
              </a:rPr>
              <a:t>Internet stack “</a:t>
            </a:r>
            <a:r>
              <a:rPr lang="en-US" altLang="ja-JP" dirty="0">
                <a:ea typeface="MS PGothic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MS PGothic" panose="020B0600070205080204" pitchFamily="34" charset="-128"/>
            </a:endParaRPr>
          </a:p>
        </p:txBody>
      </p:sp>
      <p:sp>
        <p:nvSpPr>
          <p:cNvPr id="7" name="Rectangle 2"/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/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/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/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t>87</a:t>
            </a:fld>
            <a:endParaRPr lang="en-US" dirty="0"/>
          </a:p>
        </p:txBody>
      </p:sp>
      <p:grpSp>
        <p:nvGrpSpPr>
          <p:cNvPr id="9" name="Group 8"/>
          <p:cNvGrpSpPr/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/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-1" fmla="*/ 26187 w 458265"/>
                <a:gd name="connsiteY0-2" fmla="*/ 4203185 h 4216279"/>
                <a:gd name="connsiteX1-3" fmla="*/ 445171 w 458265"/>
                <a:gd name="connsiteY1-4" fmla="*/ 3430637 h 4216279"/>
                <a:gd name="connsiteX2-5" fmla="*/ 458265 w 458265"/>
                <a:gd name="connsiteY2-6" fmla="*/ 0 h 4216279"/>
                <a:gd name="connsiteX3-7" fmla="*/ 0 w 458265"/>
                <a:gd name="connsiteY3-8" fmla="*/ 4216279 h 4216279"/>
                <a:gd name="connsiteX0-9" fmla="*/ 0 w 432078"/>
                <a:gd name="connsiteY0-10" fmla="*/ 4203185 h 4203185"/>
                <a:gd name="connsiteX1-11" fmla="*/ 418984 w 432078"/>
                <a:gd name="connsiteY1-12" fmla="*/ 3430637 h 4203185"/>
                <a:gd name="connsiteX2-13" fmla="*/ 432078 w 432078"/>
                <a:gd name="connsiteY2-14" fmla="*/ 0 h 4203185"/>
                <a:gd name="connsiteX3-15" fmla="*/ 13093 w 432078"/>
                <a:gd name="connsiteY3-16" fmla="*/ 4203185 h 4203185"/>
                <a:gd name="connsiteX0-17" fmla="*/ 0 w 432078"/>
                <a:gd name="connsiteY0-18" fmla="*/ 4203185 h 4203185"/>
                <a:gd name="connsiteX1-19" fmla="*/ 418984 w 432078"/>
                <a:gd name="connsiteY1-20" fmla="*/ 3430637 h 4203185"/>
                <a:gd name="connsiteX2-21" fmla="*/ 432078 w 432078"/>
                <a:gd name="connsiteY2-22" fmla="*/ 0 h 4203185"/>
                <a:gd name="connsiteX3-23" fmla="*/ 13093 w 432078"/>
                <a:gd name="connsiteY3-24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11" name="Rectangle 10"/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pic>
        <p:nvPicPr>
          <p:cNvPr id="12" name="Picture 12" descr="segment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/>
          <p:cNvGrpSpPr/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/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/>
            <p:cNvGrpSpPr/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/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8" name="TextBox 26"/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/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/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/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/>
            <p:cNvGrpSpPr/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6" name="TextBox 34"/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/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/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/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/>
          <p:cNvGrpSpPr/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/>
            <p:cNvGrpSpPr/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/>
              <p:cNvGrpSpPr/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/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endParaRPr>
                </a:p>
              </p:txBody>
            </p:sp>
            <p:sp>
              <p:nvSpPr>
                <p:cNvPr id="45" name="TextBox 14"/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/>
              <p:cNvGrpSpPr/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/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endParaRPr>
                </a:p>
              </p:txBody>
            </p:sp>
            <p:sp>
              <p:nvSpPr>
                <p:cNvPr id="43" name="TextBox 16"/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/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/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/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/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/>
          <p:cNvGrpSpPr/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/>
        <p:txBody>
          <a:bodyPr/>
          <a:lstStyle/>
          <a:p>
            <a:pPr>
              <a:defRPr/>
            </a:pP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437436"/>
            <a:ext cx="12192000" cy="542031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4000" y="26292"/>
            <a:ext cx="9143999" cy="1806856"/>
          </a:xfrm>
        </p:spPr>
        <p:txBody>
          <a:bodyPr>
            <a:normAutofit fontScale="90000"/>
          </a:bodyPr>
          <a:lstStyle/>
          <a:p>
            <a:pPr algn="ctr"/>
            <a:r>
              <a:rPr lang="en-US" sz="13800" dirty="0">
                <a:latin typeface="Arial Black" panose="020B0A04020102020204" pitchFamily="34" charset="0"/>
              </a:rPr>
              <a:t>Thanks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7393</Words>
  <Application>Microsoft Office PowerPoint</Application>
  <PresentationFormat>Widescreen</PresentationFormat>
  <Paragraphs>2399</Paragraphs>
  <Slides>88</Slides>
  <Notes>83</Notes>
  <HiddenSlides>0</HiddenSlides>
  <MMClips>0</MMClips>
  <ScaleCrop>false</ScaleCrop>
  <HeadingPairs>
    <vt:vector size="8" baseType="variant">
      <vt:variant>
        <vt:lpstr>Fonts Used</vt:lpstr>
      </vt:variant>
      <vt:variant>
        <vt:i4>19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88</vt:i4>
      </vt:variant>
    </vt:vector>
  </HeadingPairs>
  <TitlesOfParts>
    <vt:vector size="109" baseType="lpstr">
      <vt:lpstr>MS PGothic</vt:lpstr>
      <vt:lpstr>游ゴシック</vt:lpstr>
      <vt:lpstr>游ゴシック</vt:lpstr>
      <vt:lpstr>游ゴシック Light</vt:lpstr>
      <vt:lpstr>Andalus</vt:lpstr>
      <vt:lpstr>Arial</vt:lpstr>
      <vt:lpstr>Arial Black</vt:lpstr>
      <vt:lpstr>Berlin Sans FB Demi</vt:lpstr>
      <vt:lpstr>Calibri</vt:lpstr>
      <vt:lpstr>Calibri Light</vt:lpstr>
      <vt:lpstr>Comic Sans MS</vt:lpstr>
      <vt:lpstr>Edwardian Script ITC</vt:lpstr>
      <vt:lpstr>Gill Sans MT</vt:lpstr>
      <vt:lpstr>Helvetica</vt:lpstr>
      <vt:lpstr>Monotype Sorts</vt:lpstr>
      <vt:lpstr>Tahoma</vt:lpstr>
      <vt:lpstr>Times New Roman</vt:lpstr>
      <vt:lpstr>Wingdings</vt:lpstr>
      <vt:lpstr>ZapfDingbats</vt:lpstr>
      <vt:lpstr>Office Theme</vt:lpstr>
      <vt:lpstr>Clip</vt:lpstr>
      <vt:lpstr>      Engr. Dr. Muhammad Nadeem Majeed</vt:lpstr>
      <vt:lpstr>PowerPoint Presentation</vt:lpstr>
      <vt:lpstr>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Roadmap</vt:lpstr>
      <vt:lpstr>The network core</vt:lpstr>
      <vt:lpstr>Two key network-core functions</vt:lpstr>
      <vt:lpstr>PowerPoint Presentation</vt:lpstr>
      <vt:lpstr>PowerPoint Presentation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Services, Layering and Encapsulation</vt:lpstr>
      <vt:lpstr>Encapsulation: an end-end view</vt:lpstr>
      <vt:lpstr>Roadmap</vt:lpstr>
      <vt:lpstr>Internet history</vt:lpstr>
      <vt:lpstr>Internet history</vt:lpstr>
      <vt:lpstr>Internet history</vt:lpstr>
      <vt:lpstr>Internet history</vt:lpstr>
      <vt:lpstr>Internet history</vt:lpstr>
      <vt:lpstr>Summary</vt:lpstr>
      <vt:lpstr>Additional slides</vt:lpstr>
      <vt:lpstr>ISO/OSI reference model</vt:lpstr>
      <vt:lpstr>Wireshark</vt:lpstr>
      <vt:lpstr>Thanks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Nadeem</cp:lastModifiedBy>
  <cp:revision>184</cp:revision>
  <dcterms:created xsi:type="dcterms:W3CDTF">2020-01-18T07:24:00Z</dcterms:created>
  <dcterms:modified xsi:type="dcterms:W3CDTF">2023-10-14T18:43:29Z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98EBF8366CA34ACB998534D1DE278D5E</vt:lpwstr>
  </property>
  <property fmtid="{D5CDD505-2E9C-101B-9397-08002B2CF9AE}" pid="3" name="KSOProductBuildVer">
    <vt:lpwstr>1033-11.2.0.11341</vt:lpwstr>
  </property>
</Properties>
</file>